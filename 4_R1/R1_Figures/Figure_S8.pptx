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7E13BD-C9BD-4E98-89D2-41E6B33C7E51}" v="16" dt="2025-12-18T01:08:21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ienne Berthet" userId="b87b9fbd-ebe0-40b1-80a1-0443c4f6f4de" providerId="ADAL" clId="{6B8AEB68-E4F9-4E25-8803-C4FAF66D4D7B}"/>
    <pc:docChg chg="undo custSel delSld modSld">
      <pc:chgData name="Etienne Berthet" userId="b87b9fbd-ebe0-40b1-80a1-0443c4f6f4de" providerId="ADAL" clId="{6B8AEB68-E4F9-4E25-8803-C4FAF66D4D7B}" dt="2025-12-18T01:08:21.856" v="229" actId="164"/>
      <pc:docMkLst>
        <pc:docMk/>
      </pc:docMkLst>
      <pc:sldChg chg="addSp delSp modSp mod setBg">
        <pc:chgData name="Etienne Berthet" userId="b87b9fbd-ebe0-40b1-80a1-0443c4f6f4de" providerId="ADAL" clId="{6B8AEB68-E4F9-4E25-8803-C4FAF66D4D7B}" dt="2025-12-18T01:08:21.856" v="229" actId="164"/>
        <pc:sldMkLst>
          <pc:docMk/>
          <pc:sldMk cId="2981465033" sldId="257"/>
        </pc:sldMkLst>
        <pc:spChg chg="add mod">
          <ac:chgData name="Etienne Berthet" userId="b87b9fbd-ebe0-40b1-80a1-0443c4f6f4de" providerId="ADAL" clId="{6B8AEB68-E4F9-4E25-8803-C4FAF66D4D7B}" dt="2025-12-18T01:08:21.856" v="229" actId="164"/>
          <ac:spMkLst>
            <pc:docMk/>
            <pc:sldMk cId="2981465033" sldId="257"/>
            <ac:spMk id="2" creationId="{B2E73B76-7045-D620-D271-1BFA3F9C0596}"/>
          </ac:spMkLst>
        </pc:spChg>
        <pc:spChg chg="add mod">
          <ac:chgData name="Etienne Berthet" userId="b87b9fbd-ebe0-40b1-80a1-0443c4f6f4de" providerId="ADAL" clId="{6B8AEB68-E4F9-4E25-8803-C4FAF66D4D7B}" dt="2025-12-18T00:53:50.670" v="73" actId="164"/>
          <ac:spMkLst>
            <pc:docMk/>
            <pc:sldMk cId="2981465033" sldId="257"/>
            <ac:spMk id="4" creationId="{7D5C89FF-D4D2-4880-537F-A7046B927F7A}"/>
          </ac:spMkLst>
        </pc:spChg>
        <pc:spChg chg="mod">
          <ac:chgData name="Etienne Berthet" userId="b87b9fbd-ebe0-40b1-80a1-0443c4f6f4de" providerId="ADAL" clId="{6B8AEB68-E4F9-4E25-8803-C4FAF66D4D7B}" dt="2025-12-18T01:08:21.856" v="229" actId="164"/>
          <ac:spMkLst>
            <pc:docMk/>
            <pc:sldMk cId="2981465033" sldId="257"/>
            <ac:spMk id="9" creationId="{BBF0D572-A618-3AA0-8A69-D3821B6AA7B4}"/>
          </ac:spMkLst>
        </pc:spChg>
        <pc:spChg chg="mod">
          <ac:chgData name="Etienne Berthet" userId="b87b9fbd-ebe0-40b1-80a1-0443c4f6f4de" providerId="ADAL" clId="{6B8AEB68-E4F9-4E25-8803-C4FAF66D4D7B}" dt="2025-12-18T00:53:43.294" v="72" actId="164"/>
          <ac:spMkLst>
            <pc:docMk/>
            <pc:sldMk cId="2981465033" sldId="257"/>
            <ac:spMk id="10" creationId="{DF3A726B-1229-D48F-54A2-D64393BE503F}"/>
          </ac:spMkLst>
        </pc:spChg>
        <pc:spChg chg="mod">
          <ac:chgData name="Etienne Berthet" userId="b87b9fbd-ebe0-40b1-80a1-0443c4f6f4de" providerId="ADAL" clId="{6B8AEB68-E4F9-4E25-8803-C4FAF66D4D7B}" dt="2025-12-18T01:08:21.856" v="229" actId="164"/>
          <ac:spMkLst>
            <pc:docMk/>
            <pc:sldMk cId="2981465033" sldId="257"/>
            <ac:spMk id="14" creationId="{B398224B-7179-D350-86E0-A0FE630C246C}"/>
          </ac:spMkLst>
        </pc:spChg>
        <pc:spChg chg="mod">
          <ac:chgData name="Etienne Berthet" userId="b87b9fbd-ebe0-40b1-80a1-0443c4f6f4de" providerId="ADAL" clId="{6B8AEB68-E4F9-4E25-8803-C4FAF66D4D7B}" dt="2025-12-18T01:03:45.698" v="196"/>
          <ac:spMkLst>
            <pc:docMk/>
            <pc:sldMk cId="2981465033" sldId="257"/>
            <ac:spMk id="15" creationId="{21A2B7B8-FB54-B8A8-09C3-EA3BC468834D}"/>
          </ac:spMkLst>
        </pc:spChg>
        <pc:spChg chg="mod">
          <ac:chgData name="Etienne Berthet" userId="b87b9fbd-ebe0-40b1-80a1-0443c4f6f4de" providerId="ADAL" clId="{6B8AEB68-E4F9-4E25-8803-C4FAF66D4D7B}" dt="2025-12-18T01:08:21.856" v="229" actId="164"/>
          <ac:spMkLst>
            <pc:docMk/>
            <pc:sldMk cId="2981465033" sldId="257"/>
            <ac:spMk id="18" creationId="{DD28C89E-BC56-9079-F432-DFD3A6D468CC}"/>
          </ac:spMkLst>
        </pc:spChg>
        <pc:spChg chg="mod">
          <ac:chgData name="Etienne Berthet" userId="b87b9fbd-ebe0-40b1-80a1-0443c4f6f4de" providerId="ADAL" clId="{6B8AEB68-E4F9-4E25-8803-C4FAF66D4D7B}" dt="2025-12-18T01:03:54.284" v="199"/>
          <ac:spMkLst>
            <pc:docMk/>
            <pc:sldMk cId="2981465033" sldId="257"/>
            <ac:spMk id="19" creationId="{F106C90B-9BD9-94E5-391D-FA5270049976}"/>
          </ac:spMkLst>
        </pc:spChg>
        <pc:spChg chg="mod">
          <ac:chgData name="Etienne Berthet" userId="b87b9fbd-ebe0-40b1-80a1-0443c4f6f4de" providerId="ADAL" clId="{6B8AEB68-E4F9-4E25-8803-C4FAF66D4D7B}" dt="2025-12-18T01:07:25.257" v="223" actId="554"/>
          <ac:spMkLst>
            <pc:docMk/>
            <pc:sldMk cId="2981465033" sldId="257"/>
            <ac:spMk id="22" creationId="{E2717A53-ADF8-5FF5-024F-E0C40D78CB75}"/>
          </ac:spMkLst>
        </pc:spChg>
        <pc:spChg chg="mod">
          <ac:chgData name="Etienne Berthet" userId="b87b9fbd-ebe0-40b1-80a1-0443c4f6f4de" providerId="ADAL" clId="{6B8AEB68-E4F9-4E25-8803-C4FAF66D4D7B}" dt="2025-12-18T01:07:49.989" v="228" actId="20577"/>
          <ac:spMkLst>
            <pc:docMk/>
            <pc:sldMk cId="2981465033" sldId="257"/>
            <ac:spMk id="23" creationId="{7E8FD5DF-7619-802A-AB56-82DF25165191}"/>
          </ac:spMkLst>
        </pc:spChg>
        <pc:spChg chg="mod">
          <ac:chgData name="Etienne Berthet" userId="b87b9fbd-ebe0-40b1-80a1-0443c4f6f4de" providerId="ADAL" clId="{6B8AEB68-E4F9-4E25-8803-C4FAF66D4D7B}" dt="2025-12-18T01:08:21.856" v="229" actId="164"/>
          <ac:spMkLst>
            <pc:docMk/>
            <pc:sldMk cId="2981465033" sldId="257"/>
            <ac:spMk id="26" creationId="{3E9BE3AD-E219-F221-A945-0AEA7A6D2A4B}"/>
          </ac:spMkLst>
        </pc:spChg>
        <pc:spChg chg="mod">
          <ac:chgData name="Etienne Berthet" userId="b87b9fbd-ebe0-40b1-80a1-0443c4f6f4de" providerId="ADAL" clId="{6B8AEB68-E4F9-4E25-8803-C4FAF66D4D7B}" dt="2025-12-18T01:07:48.501" v="227" actId="20577"/>
          <ac:spMkLst>
            <pc:docMk/>
            <pc:sldMk cId="2981465033" sldId="257"/>
            <ac:spMk id="27" creationId="{90E9D155-613D-B464-CAA3-AEA3524AAE7B}"/>
          </ac:spMkLst>
        </pc:spChg>
        <pc:spChg chg="add mod">
          <ac:chgData name="Etienne Berthet" userId="b87b9fbd-ebe0-40b1-80a1-0443c4f6f4de" providerId="ADAL" clId="{6B8AEB68-E4F9-4E25-8803-C4FAF66D4D7B}" dt="2025-12-18T01:08:21.856" v="229" actId="164"/>
          <ac:spMkLst>
            <pc:docMk/>
            <pc:sldMk cId="2981465033" sldId="257"/>
            <ac:spMk id="28" creationId="{D38C177D-A7FF-6798-CCF2-5AD7C44F6B2D}"/>
          </ac:spMkLst>
        </pc:spChg>
        <pc:spChg chg="mod">
          <ac:chgData name="Etienne Berthet" userId="b87b9fbd-ebe0-40b1-80a1-0443c4f6f4de" providerId="ADAL" clId="{6B8AEB68-E4F9-4E25-8803-C4FAF66D4D7B}" dt="2025-12-18T01:08:21.856" v="229" actId="164"/>
          <ac:spMkLst>
            <pc:docMk/>
            <pc:sldMk cId="2981465033" sldId="257"/>
            <ac:spMk id="30" creationId="{13581D48-126B-945A-F8CB-E2A20B196E0F}"/>
          </ac:spMkLst>
        </pc:spChg>
        <pc:spChg chg="mod">
          <ac:chgData name="Etienne Berthet" userId="b87b9fbd-ebe0-40b1-80a1-0443c4f6f4de" providerId="ADAL" clId="{6B8AEB68-E4F9-4E25-8803-C4FAF66D4D7B}" dt="2025-12-18T01:07:44.591" v="226" actId="20577"/>
          <ac:spMkLst>
            <pc:docMk/>
            <pc:sldMk cId="2981465033" sldId="257"/>
            <ac:spMk id="31" creationId="{DB3D8BD0-D7CE-9A51-CBEA-B267D751793B}"/>
          </ac:spMkLst>
        </pc:spChg>
        <pc:spChg chg="add mod ord">
          <ac:chgData name="Etienne Berthet" userId="b87b9fbd-ebe0-40b1-80a1-0443c4f6f4de" providerId="ADAL" clId="{6B8AEB68-E4F9-4E25-8803-C4FAF66D4D7B}" dt="2025-12-18T01:08:21.856" v="229" actId="164"/>
          <ac:spMkLst>
            <pc:docMk/>
            <pc:sldMk cId="2981465033" sldId="257"/>
            <ac:spMk id="32" creationId="{EA826FA7-860A-7787-CCE9-15DC9B4497C7}"/>
          </ac:spMkLst>
        </pc:spChg>
        <pc:spChg chg="mod">
          <ac:chgData name="Etienne Berthet" userId="b87b9fbd-ebe0-40b1-80a1-0443c4f6f4de" providerId="ADAL" clId="{6B8AEB68-E4F9-4E25-8803-C4FAF66D4D7B}" dt="2025-12-18T01:08:21.856" v="229" actId="164"/>
          <ac:spMkLst>
            <pc:docMk/>
            <pc:sldMk cId="2981465033" sldId="257"/>
            <ac:spMk id="34" creationId="{92B64BDD-06C5-A8C3-D626-7A1941FF502B}"/>
          </ac:spMkLst>
        </pc:spChg>
        <pc:spChg chg="mod">
          <ac:chgData name="Etienne Berthet" userId="b87b9fbd-ebe0-40b1-80a1-0443c4f6f4de" providerId="ADAL" clId="{6B8AEB68-E4F9-4E25-8803-C4FAF66D4D7B}" dt="2025-12-18T01:07:43.141" v="225" actId="20577"/>
          <ac:spMkLst>
            <pc:docMk/>
            <pc:sldMk cId="2981465033" sldId="257"/>
            <ac:spMk id="35" creationId="{451128F8-4A41-0238-6717-4C7D36811254}"/>
          </ac:spMkLst>
        </pc:spChg>
        <pc:spChg chg="mod">
          <ac:chgData name="Etienne Berthet" userId="b87b9fbd-ebe0-40b1-80a1-0443c4f6f4de" providerId="ADAL" clId="{6B8AEB68-E4F9-4E25-8803-C4FAF66D4D7B}" dt="2025-12-18T01:08:21.856" v="229" actId="164"/>
          <ac:spMkLst>
            <pc:docMk/>
            <pc:sldMk cId="2981465033" sldId="257"/>
            <ac:spMk id="38" creationId="{0532D83D-901C-8F80-2BEA-8F27322C2C68}"/>
          </ac:spMkLst>
        </pc:spChg>
        <pc:spChg chg="mod">
          <ac:chgData name="Etienne Berthet" userId="b87b9fbd-ebe0-40b1-80a1-0443c4f6f4de" providerId="ADAL" clId="{6B8AEB68-E4F9-4E25-8803-C4FAF66D4D7B}" dt="2025-12-18T01:07:41.003" v="224" actId="20577"/>
          <ac:spMkLst>
            <pc:docMk/>
            <pc:sldMk cId="2981465033" sldId="257"/>
            <ac:spMk id="39" creationId="{839FDBB5-D6B5-4252-49C4-FCE718CE8548}"/>
          </ac:spMkLst>
        </pc:spChg>
        <pc:grpChg chg="add mod">
          <ac:chgData name="Etienne Berthet" userId="b87b9fbd-ebe0-40b1-80a1-0443c4f6f4de" providerId="ADAL" clId="{6B8AEB68-E4F9-4E25-8803-C4FAF66D4D7B}" dt="2025-12-18T01:03:54.284" v="199"/>
          <ac:grpSpMkLst>
            <pc:docMk/>
            <pc:sldMk cId="2981465033" sldId="257"/>
            <ac:grpSpMk id="11" creationId="{B82BBFC4-F64C-CAB9-1BFB-C91A30F923DA}"/>
          </ac:grpSpMkLst>
        </pc:grpChg>
        <pc:grpChg chg="add mod">
          <ac:chgData name="Etienne Berthet" userId="b87b9fbd-ebe0-40b1-80a1-0443c4f6f4de" providerId="ADAL" clId="{6B8AEB68-E4F9-4E25-8803-C4FAF66D4D7B}" dt="2025-12-18T01:04:37.527" v="202" actId="408"/>
          <ac:grpSpMkLst>
            <pc:docMk/>
            <pc:sldMk cId="2981465033" sldId="257"/>
            <ac:grpSpMk id="12" creationId="{3C5F19CC-4CAE-639A-9A3B-E4E1A3F417A4}"/>
          </ac:grpSpMkLst>
        </pc:grpChg>
        <pc:grpChg chg="add mod">
          <ac:chgData name="Etienne Berthet" userId="b87b9fbd-ebe0-40b1-80a1-0443c4f6f4de" providerId="ADAL" clId="{6B8AEB68-E4F9-4E25-8803-C4FAF66D4D7B}" dt="2025-12-18T01:04:37.527" v="202" actId="408"/>
          <ac:grpSpMkLst>
            <pc:docMk/>
            <pc:sldMk cId="2981465033" sldId="257"/>
            <ac:grpSpMk id="16" creationId="{8F8D4EDF-53F3-D996-D19A-3E5F1001A5D3}"/>
          </ac:grpSpMkLst>
        </pc:grpChg>
        <pc:grpChg chg="add mod">
          <ac:chgData name="Etienne Berthet" userId="b87b9fbd-ebe0-40b1-80a1-0443c4f6f4de" providerId="ADAL" clId="{6B8AEB68-E4F9-4E25-8803-C4FAF66D4D7B}" dt="2025-12-18T01:04:37.527" v="202" actId="408"/>
          <ac:grpSpMkLst>
            <pc:docMk/>
            <pc:sldMk cId="2981465033" sldId="257"/>
            <ac:grpSpMk id="20" creationId="{3BAE38F2-EB88-2DD8-6814-FCFCA18AB116}"/>
          </ac:grpSpMkLst>
        </pc:grpChg>
        <pc:grpChg chg="add mod">
          <ac:chgData name="Etienne Berthet" userId="b87b9fbd-ebe0-40b1-80a1-0443c4f6f4de" providerId="ADAL" clId="{6B8AEB68-E4F9-4E25-8803-C4FAF66D4D7B}" dt="2025-12-18T01:04:37.527" v="202" actId="408"/>
          <ac:grpSpMkLst>
            <pc:docMk/>
            <pc:sldMk cId="2981465033" sldId="257"/>
            <ac:grpSpMk id="24" creationId="{489F32AE-A539-AFAC-F9CC-9CEAAB85F9C0}"/>
          </ac:grpSpMkLst>
        </pc:grpChg>
        <pc:grpChg chg="add mod">
          <ac:chgData name="Etienne Berthet" userId="b87b9fbd-ebe0-40b1-80a1-0443c4f6f4de" providerId="ADAL" clId="{6B8AEB68-E4F9-4E25-8803-C4FAF66D4D7B}" dt="2025-12-18T01:04:37.527" v="202" actId="408"/>
          <ac:grpSpMkLst>
            <pc:docMk/>
            <pc:sldMk cId="2981465033" sldId="257"/>
            <ac:grpSpMk id="36" creationId="{250C0AB3-4B7F-104E-C8D1-7B0AF331CB9A}"/>
          </ac:grpSpMkLst>
        </pc:grpChg>
        <pc:grpChg chg="add mod">
          <ac:chgData name="Etienne Berthet" userId="b87b9fbd-ebe0-40b1-80a1-0443c4f6f4de" providerId="ADAL" clId="{6B8AEB68-E4F9-4E25-8803-C4FAF66D4D7B}" dt="2025-12-18T01:04:37.527" v="202" actId="408"/>
          <ac:grpSpMkLst>
            <pc:docMk/>
            <pc:sldMk cId="2981465033" sldId="257"/>
            <ac:grpSpMk id="40" creationId="{8F5253CD-AA05-EC75-793B-F059E61EDD58}"/>
          </ac:grpSpMkLst>
        </pc:grpChg>
        <pc:grpChg chg="add mod">
          <ac:chgData name="Etienne Berthet" userId="b87b9fbd-ebe0-40b1-80a1-0443c4f6f4de" providerId="ADAL" clId="{6B8AEB68-E4F9-4E25-8803-C4FAF66D4D7B}" dt="2025-12-18T01:04:37.527" v="202" actId="408"/>
          <ac:grpSpMkLst>
            <pc:docMk/>
            <pc:sldMk cId="2981465033" sldId="257"/>
            <ac:grpSpMk id="41" creationId="{8FA533C4-DC48-DEAE-ACBC-AA7E161579B3}"/>
          </ac:grpSpMkLst>
        </pc:grpChg>
        <pc:grpChg chg="add mod">
          <ac:chgData name="Etienne Berthet" userId="b87b9fbd-ebe0-40b1-80a1-0443c4f6f4de" providerId="ADAL" clId="{6B8AEB68-E4F9-4E25-8803-C4FAF66D4D7B}" dt="2025-12-18T01:04:22.389" v="201" actId="1076"/>
          <ac:grpSpMkLst>
            <pc:docMk/>
            <pc:sldMk cId="2981465033" sldId="257"/>
            <ac:grpSpMk id="42" creationId="{E59496F3-D162-B947-4CF2-FF723B930CCE}"/>
          </ac:grpSpMkLst>
        </pc:grpChg>
        <pc:cxnChg chg="add mod">
          <ac:chgData name="Etienne Berthet" userId="b87b9fbd-ebe0-40b1-80a1-0443c4f6f4de" providerId="ADAL" clId="{6B8AEB68-E4F9-4E25-8803-C4FAF66D4D7B}" dt="2025-12-18T00:53:50.670" v="73" actId="164"/>
          <ac:cxnSpMkLst>
            <pc:docMk/>
            <pc:sldMk cId="2981465033" sldId="257"/>
            <ac:cxnSpMk id="3" creationId="{1A89C147-B794-6FDE-CE38-BA81C2686BD5}"/>
          </ac:cxnSpMkLst>
        </pc:cxnChg>
        <pc:cxnChg chg="del mod">
          <ac:chgData name="Etienne Berthet" userId="b87b9fbd-ebe0-40b1-80a1-0443c4f6f4de" providerId="ADAL" clId="{6B8AEB68-E4F9-4E25-8803-C4FAF66D4D7B}" dt="2025-12-18T00:58:10.465" v="170" actId="478"/>
          <ac:cxnSpMkLst>
            <pc:docMk/>
            <pc:sldMk cId="2981465033" sldId="257"/>
            <ac:cxnSpMk id="5" creationId="{5896BDEA-69BC-6DEB-0E52-EE0EDB7BF57A}"/>
          </ac:cxnSpMkLst>
        </pc:cxnChg>
        <pc:cxnChg chg="mod">
          <ac:chgData name="Etienne Berthet" userId="b87b9fbd-ebe0-40b1-80a1-0443c4f6f4de" providerId="ADAL" clId="{6B8AEB68-E4F9-4E25-8803-C4FAF66D4D7B}" dt="2025-12-18T00:53:43.294" v="72" actId="164"/>
          <ac:cxnSpMkLst>
            <pc:docMk/>
            <pc:sldMk cId="2981465033" sldId="257"/>
            <ac:cxnSpMk id="7" creationId="{21FC2DA6-63FC-6D6B-D86A-D369369C9E43}"/>
          </ac:cxnSpMkLst>
        </pc:cxnChg>
        <pc:cxnChg chg="mod">
          <ac:chgData name="Etienne Berthet" userId="b87b9fbd-ebe0-40b1-80a1-0443c4f6f4de" providerId="ADAL" clId="{6B8AEB68-E4F9-4E25-8803-C4FAF66D4D7B}" dt="2025-12-18T01:03:45.698" v="196"/>
          <ac:cxnSpMkLst>
            <pc:docMk/>
            <pc:sldMk cId="2981465033" sldId="257"/>
            <ac:cxnSpMk id="13" creationId="{AF3BEBB4-231E-95F9-60CF-3534CAE61C20}"/>
          </ac:cxnSpMkLst>
        </pc:cxnChg>
        <pc:cxnChg chg="mod">
          <ac:chgData name="Etienne Berthet" userId="b87b9fbd-ebe0-40b1-80a1-0443c4f6f4de" providerId="ADAL" clId="{6B8AEB68-E4F9-4E25-8803-C4FAF66D4D7B}" dt="2025-12-18T01:03:54.284" v="199"/>
          <ac:cxnSpMkLst>
            <pc:docMk/>
            <pc:sldMk cId="2981465033" sldId="257"/>
            <ac:cxnSpMk id="17" creationId="{C8C7E36A-7C63-F850-27F2-A401CB3DDF7C}"/>
          </ac:cxnSpMkLst>
        </pc:cxnChg>
        <pc:cxnChg chg="mod">
          <ac:chgData name="Etienne Berthet" userId="b87b9fbd-ebe0-40b1-80a1-0443c4f6f4de" providerId="ADAL" clId="{6B8AEB68-E4F9-4E25-8803-C4FAF66D4D7B}" dt="2025-12-18T00:54:04.645" v="74" actId="164"/>
          <ac:cxnSpMkLst>
            <pc:docMk/>
            <pc:sldMk cId="2981465033" sldId="257"/>
            <ac:cxnSpMk id="21" creationId="{FD37E462-31E4-E9D0-2810-5C487BF075F3}"/>
          </ac:cxnSpMkLst>
        </pc:cxnChg>
        <pc:cxnChg chg="mod">
          <ac:chgData name="Etienne Berthet" userId="b87b9fbd-ebe0-40b1-80a1-0443c4f6f4de" providerId="ADAL" clId="{6B8AEB68-E4F9-4E25-8803-C4FAF66D4D7B}" dt="2025-12-18T01:00:45.862" v="179" actId="164"/>
          <ac:cxnSpMkLst>
            <pc:docMk/>
            <pc:sldMk cId="2981465033" sldId="257"/>
            <ac:cxnSpMk id="25" creationId="{1243DD11-8898-A88A-4280-8AF47469918B}"/>
          </ac:cxnSpMkLst>
        </pc:cxnChg>
        <pc:cxnChg chg="mod">
          <ac:chgData name="Etienne Berthet" userId="b87b9fbd-ebe0-40b1-80a1-0443c4f6f4de" providerId="ADAL" clId="{6B8AEB68-E4F9-4E25-8803-C4FAF66D4D7B}" dt="2025-12-18T01:00:53.273" v="180" actId="164"/>
          <ac:cxnSpMkLst>
            <pc:docMk/>
            <pc:sldMk cId="2981465033" sldId="257"/>
            <ac:cxnSpMk id="29" creationId="{FF63A00B-A82C-5291-38A0-4F44DA79CDED}"/>
          </ac:cxnSpMkLst>
        </pc:cxnChg>
        <pc:cxnChg chg="mod">
          <ac:chgData name="Etienne Berthet" userId="b87b9fbd-ebe0-40b1-80a1-0443c4f6f4de" providerId="ADAL" clId="{6B8AEB68-E4F9-4E25-8803-C4FAF66D4D7B}" dt="2025-12-18T01:01:02.295" v="181" actId="164"/>
          <ac:cxnSpMkLst>
            <pc:docMk/>
            <pc:sldMk cId="2981465033" sldId="257"/>
            <ac:cxnSpMk id="33" creationId="{AED30B1C-1AD3-D206-8A33-A031296273C0}"/>
          </ac:cxnSpMkLst>
        </pc:cxnChg>
        <pc:cxnChg chg="mod">
          <ac:chgData name="Etienne Berthet" userId="b87b9fbd-ebe0-40b1-80a1-0443c4f6f4de" providerId="ADAL" clId="{6B8AEB68-E4F9-4E25-8803-C4FAF66D4D7B}" dt="2025-12-18T01:01:08.296" v="182" actId="164"/>
          <ac:cxnSpMkLst>
            <pc:docMk/>
            <pc:sldMk cId="2981465033" sldId="257"/>
            <ac:cxnSpMk id="37" creationId="{0D544B6D-3B8E-A3F1-C4D6-A6564C54285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C1F57-5997-3ADC-2A57-A98F2F4E3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B915F-5638-1F0D-EDCB-7FD55CDB6C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38A86-7C5B-7CA3-8DD1-F4EDC0B98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50D2-5A32-40BF-855B-428A3820AF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A96FF-4CAD-7FD3-23C8-E02C52FA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C5B5A-E321-32F1-5B75-C32BF5F2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4643-4627-4B18-8340-5236F2A5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45B1-5368-FFE4-F288-67C36C911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1C57B-E05B-9592-1B3C-9B83DD150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89FE5-EF7A-76F5-0DA9-41C7057AC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50D2-5A32-40BF-855B-428A3820AF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C474C-7CBF-DE0F-18C0-091F47F58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0D287-40C8-E271-C021-B4048C55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4643-4627-4B18-8340-5236F2A5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1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6D100-5902-1332-DE4F-B0A2F40CD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8B42D-B8BB-88BA-04A0-CF38968D5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C2511-B311-EC11-8CAA-8718672F8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50D2-5A32-40BF-855B-428A3820AF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9DBA2-DB92-7713-30E0-83804081F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E0213-A59A-3D07-4F5C-C2236F4E1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4643-4627-4B18-8340-5236F2A5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16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2C5F9-101A-418B-9DBA-7A1CC3C5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DD085-4AB7-6B90-D625-E0C37E733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F4F53-4FAD-B757-82E2-509F077A0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2812F-ACBD-1514-1D0A-186A46168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50D2-5A32-40BF-855B-428A3820AF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2A786-E8A9-1300-B799-89E49B49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47D60-1CA6-5133-2B8D-4F4BC988D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4643-4627-4B18-8340-5236F2A5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81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D4974-6ED7-FBD3-67A3-F1755D9AD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2DEBC-8BF3-BBE8-F04D-CC144966F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FB6CA-FC47-3A18-2908-63120F430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C07D0-B5D8-6E12-8340-611893D4F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BE027E-BF8F-F653-8EED-1782447F0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2103F6-4C7A-4170-FD27-7399EEA1E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50D2-5A32-40BF-855B-428A3820AF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C97161-5528-70FB-DB92-028C64BBD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EF8159-9E84-6D8A-26CD-E537849F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4643-4627-4B18-8340-5236F2A5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01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4B574-6554-E005-5809-C2C3C555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61A79-FE28-B3DE-362D-839DC4B4E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50D2-5A32-40BF-855B-428A3820AF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6F917-3096-053F-4815-076F6A95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F23CB-6925-8600-214B-9F0D1C69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4643-4627-4B18-8340-5236F2A5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9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BD4F7-8093-C78F-43B6-F8DC1AA2A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50D2-5A32-40BF-855B-428A3820AF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72608B-F54B-DA5E-4106-048EDCCDC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379F3-C351-CEDA-143D-B40A92071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4643-4627-4B18-8340-5236F2A5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75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DD89-3ADC-C14D-52E1-D881E75F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15D29-0412-1D0B-3B71-3BEAE2516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0D184-1E31-8C2F-B804-63253E53B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0CEA9-BA11-A0DD-85A1-70B031A9C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50D2-5A32-40BF-855B-428A3820AF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99220-1E12-99C9-78A7-D2939FC2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9CD16-6CE7-38A8-A581-03478534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4643-4627-4B18-8340-5236F2A5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3B53-B19B-02D1-E766-057B5F59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B644E8-A89B-EFE1-DE63-641970DB12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7F03E-4A31-DFD0-146A-979736526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8C601-93E1-2D85-4716-AC96AEA11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50D2-5A32-40BF-855B-428A3820AF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B79F0-A083-03AA-322E-8FFE20B8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9FB0C-8A22-838D-64F7-B64C3EE5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4643-4627-4B18-8340-5236F2A5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58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E54-5880-86F9-A00E-220B638D5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3CAA2-CE41-4BE4-AD4E-8731E5A8E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E5D67-9A3A-4515-F6E9-9E568762B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50D2-5A32-40BF-855B-428A3820AF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2CF1E-4E2C-09AA-1516-BEED1CFBA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285C2-6944-7CA6-7718-C0CB28D22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4643-4627-4B18-8340-5236F2A5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04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1D1AC-7D07-82DB-5750-035107D0F3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1D0D9-74B4-E004-D1D7-E73B66A96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C34F1-3FE4-33A9-99E8-A2AE6D32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50D2-5A32-40BF-855B-428A3820AF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0E0FA-17A9-56FE-A50D-6BD8777C0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329B6-35B2-F5C1-E9CF-4BA607A0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64643-4627-4B18-8340-5236F2A5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9F4091-7997-3F48-5684-4FAC78344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11C91-C628-D5E9-78BE-CFB40AAF2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74B03-DD05-09C5-A2D4-8ED35C5FAB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850D2-5A32-40BF-855B-428A3820AFE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1DA79-7934-8FE8-56E3-CA5E2DC29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84ECD-814A-7D4A-57E2-10F5D092D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64643-4627-4B18-8340-5236F2A56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8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D7BB2E5F-E274-964A-6A0D-8FBEEA50508C}"/>
              </a:ext>
            </a:extLst>
          </p:cNvPr>
          <p:cNvGrpSpPr/>
          <p:nvPr/>
        </p:nvGrpSpPr>
        <p:grpSpPr>
          <a:xfrm>
            <a:off x="337920" y="2190177"/>
            <a:ext cx="11777411" cy="2166732"/>
            <a:chOff x="337920" y="2190177"/>
            <a:chExt cx="11777411" cy="2166732"/>
          </a:xfrm>
        </p:grpSpPr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EA826FA7-860A-7787-CCE9-15DC9B4497C7}"/>
                </a:ext>
              </a:extLst>
            </p:cNvPr>
            <p:cNvSpPr/>
            <p:nvPr/>
          </p:nvSpPr>
          <p:spPr>
            <a:xfrm rot="10800000">
              <a:off x="337920" y="3010118"/>
              <a:ext cx="8164035" cy="369330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rgbClr val="C00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F0D572-A618-3AA0-8A69-D3821B6AA7B4}"/>
                </a:ext>
              </a:extLst>
            </p:cNvPr>
            <p:cNvSpPr txBox="1"/>
            <p:nvPr/>
          </p:nvSpPr>
          <p:spPr>
            <a:xfrm>
              <a:off x="7682267" y="2190177"/>
              <a:ext cx="1188720" cy="6824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Truly </a:t>
              </a:r>
            </a:p>
            <a:p>
              <a:pPr algn="ctr"/>
              <a:r>
                <a:rPr lang="en-US" dirty="0"/>
                <a:t>neutral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8D4EDF-53F3-D996-D19A-3E5F1001A5D3}"/>
                </a:ext>
              </a:extLst>
            </p:cNvPr>
            <p:cNvGrpSpPr/>
            <p:nvPr/>
          </p:nvGrpSpPr>
          <p:grpSpPr>
            <a:xfrm>
              <a:off x="7869425" y="2978097"/>
              <a:ext cx="808019" cy="1378812"/>
              <a:chOff x="7540020" y="2978097"/>
              <a:chExt cx="808019" cy="1378812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1FC2DA6-63FC-6D6B-D86A-D369369C9E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4029" y="2978097"/>
                <a:ext cx="0" cy="6400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3A726B-1229-D48F-54A2-D64393BE503F}"/>
                  </a:ext>
                </a:extLst>
              </p:cNvPr>
              <p:cNvSpPr txBox="1"/>
              <p:nvPr/>
            </p:nvSpPr>
            <p:spPr>
              <a:xfrm>
                <a:off x="7540020" y="3674418"/>
                <a:ext cx="808019" cy="6824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  <a:r>
                  <a:rPr lang="en-US" baseline="30000" dirty="0"/>
                  <a:t>n</a:t>
                </a:r>
              </a:p>
              <a:p>
                <a:pPr algn="ctr"/>
                <a:r>
                  <a:rPr lang="en-US" dirty="0"/>
                  <a:t>n =0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398224B-7179-D350-86E0-A0FE630C246C}"/>
                </a:ext>
              </a:extLst>
            </p:cNvPr>
            <p:cNvSpPr txBox="1"/>
            <p:nvPr/>
          </p:nvSpPr>
          <p:spPr>
            <a:xfrm>
              <a:off x="9001503" y="2190177"/>
              <a:ext cx="1188720" cy="6755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Friendly </a:t>
              </a:r>
            </a:p>
            <a:p>
              <a:pPr algn="ctr"/>
              <a:r>
                <a:rPr lang="en-US" dirty="0"/>
                <a:t>Neutral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C5F19CC-4CAE-639A-9A3B-E4E1A3F417A4}"/>
                </a:ext>
              </a:extLst>
            </p:cNvPr>
            <p:cNvGrpSpPr/>
            <p:nvPr/>
          </p:nvGrpSpPr>
          <p:grpSpPr>
            <a:xfrm>
              <a:off x="9214989" y="2978097"/>
              <a:ext cx="761748" cy="1342652"/>
              <a:chOff x="8862591" y="2978097"/>
              <a:chExt cx="761748" cy="1342652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F3BEBB4-231E-95F9-60CF-3534CAE61C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3465" y="2978097"/>
                <a:ext cx="0" cy="640080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A2B7B8-FB54-B8A8-09C3-EA3BC468834D}"/>
                  </a:ext>
                </a:extLst>
              </p:cNvPr>
              <p:cNvSpPr txBox="1"/>
              <p:nvPr/>
            </p:nvSpPr>
            <p:spPr>
              <a:xfrm>
                <a:off x="8862591" y="3674418"/>
                <a:ext cx="7617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1/(2</a:t>
                </a:r>
                <a:r>
                  <a:rPr lang="en-US" baseline="30000" dirty="0"/>
                  <a:t> n</a:t>
                </a:r>
                <a:r>
                  <a:rPr lang="en-US" dirty="0"/>
                  <a:t>)</a:t>
                </a:r>
                <a:endParaRPr lang="en-US" baseline="30000" dirty="0"/>
              </a:p>
              <a:p>
                <a:pPr algn="ctr"/>
                <a:r>
                  <a:rPr lang="en-US" dirty="0"/>
                  <a:t>n =1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D28C89E-BC56-9079-F432-DFD3A6D468CC}"/>
                </a:ext>
              </a:extLst>
            </p:cNvPr>
            <p:cNvSpPr txBox="1"/>
            <p:nvPr/>
          </p:nvSpPr>
          <p:spPr>
            <a:xfrm>
              <a:off x="10300793" y="2190177"/>
              <a:ext cx="1188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Friendly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82BBFC4-F64C-CAB9-1BFB-C91A30F923DA}"/>
                </a:ext>
              </a:extLst>
            </p:cNvPr>
            <p:cNvGrpSpPr/>
            <p:nvPr/>
          </p:nvGrpSpPr>
          <p:grpSpPr>
            <a:xfrm>
              <a:off x="10514279" y="2978097"/>
              <a:ext cx="761748" cy="1342652"/>
              <a:chOff x="10162026" y="2978097"/>
              <a:chExt cx="761748" cy="134265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8C7E36A-7C63-F850-27F2-A401CB3DDF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42900" y="2978097"/>
                <a:ext cx="0" cy="640080"/>
              </a:xfrm>
              <a:prstGeom prst="line">
                <a:avLst/>
              </a:prstGeom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06C90B-9BD9-94E5-391D-FA5270049976}"/>
                  </a:ext>
                </a:extLst>
              </p:cNvPr>
              <p:cNvSpPr txBox="1"/>
              <p:nvPr/>
            </p:nvSpPr>
            <p:spPr>
              <a:xfrm>
                <a:off x="10162026" y="3674418"/>
                <a:ext cx="7617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1/(2</a:t>
                </a:r>
                <a:r>
                  <a:rPr lang="en-US" baseline="30000" dirty="0"/>
                  <a:t> n</a:t>
                </a:r>
                <a:r>
                  <a:rPr lang="en-US" dirty="0"/>
                  <a:t>)</a:t>
                </a:r>
                <a:endParaRPr lang="en-US" baseline="30000" dirty="0"/>
              </a:p>
              <a:p>
                <a:pPr algn="ctr"/>
                <a:r>
                  <a:rPr lang="en-US" dirty="0"/>
                  <a:t>n =2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2717A53-ADF8-5FF5-024F-E0C40D78CB75}"/>
                </a:ext>
              </a:extLst>
            </p:cNvPr>
            <p:cNvSpPr txBox="1"/>
            <p:nvPr/>
          </p:nvSpPr>
          <p:spPr>
            <a:xfrm>
              <a:off x="5103841" y="2190177"/>
              <a:ext cx="1188720" cy="443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Ambivalent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89F32AE-A539-AFAC-F9CC-9CEAAB85F9C0}"/>
                </a:ext>
              </a:extLst>
            </p:cNvPr>
            <p:cNvGrpSpPr/>
            <p:nvPr/>
          </p:nvGrpSpPr>
          <p:grpSpPr>
            <a:xfrm>
              <a:off x="5372632" y="2978097"/>
              <a:ext cx="651140" cy="1342652"/>
              <a:chOff x="5962611" y="2978097"/>
              <a:chExt cx="651140" cy="1342652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D37E462-31E4-E9D0-2810-5C487BF075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180" y="2978097"/>
                <a:ext cx="0" cy="64008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E8FD5DF-7619-802A-AB56-82DF25165191}"/>
                  </a:ext>
                </a:extLst>
              </p:cNvPr>
              <p:cNvSpPr txBox="1"/>
              <p:nvPr/>
            </p:nvSpPr>
            <p:spPr>
              <a:xfrm>
                <a:off x="5962611" y="3674418"/>
                <a:ext cx="6511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  <a:r>
                  <a:rPr lang="en-US" baseline="30000" dirty="0"/>
                  <a:t>n</a:t>
                </a:r>
              </a:p>
              <a:p>
                <a:pPr algn="ctr"/>
                <a:r>
                  <a:rPr lang="en-US" dirty="0"/>
                  <a:t>n = 1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E9BE3AD-E219-F221-A945-0AEA7A6D2A4B}"/>
                </a:ext>
              </a:extLst>
            </p:cNvPr>
            <p:cNvSpPr txBox="1"/>
            <p:nvPr/>
          </p:nvSpPr>
          <p:spPr>
            <a:xfrm>
              <a:off x="4192613" y="2190177"/>
              <a:ext cx="7128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Tepid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50C0AB3-4B7F-104E-C8D1-7B0AF331CB9A}"/>
                </a:ext>
              </a:extLst>
            </p:cNvPr>
            <p:cNvGrpSpPr/>
            <p:nvPr/>
          </p:nvGrpSpPr>
          <p:grpSpPr>
            <a:xfrm>
              <a:off x="4230434" y="2978097"/>
              <a:ext cx="651140" cy="1342652"/>
              <a:chOff x="5019588" y="2978097"/>
              <a:chExt cx="651140" cy="1342652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1243DD11-8898-A88A-4280-8AF4746991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45157" y="2978097"/>
                <a:ext cx="0" cy="64008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E9D155-613D-B464-CAA3-AEA3524AAE7B}"/>
                  </a:ext>
                </a:extLst>
              </p:cNvPr>
              <p:cNvSpPr txBox="1"/>
              <p:nvPr/>
            </p:nvSpPr>
            <p:spPr>
              <a:xfrm>
                <a:off x="5019588" y="3674418"/>
                <a:ext cx="6511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  <a:r>
                  <a:rPr lang="en-US" baseline="30000" dirty="0"/>
                  <a:t>n </a:t>
                </a:r>
              </a:p>
              <a:p>
                <a:pPr algn="ctr"/>
                <a:r>
                  <a:rPr lang="en-US" dirty="0"/>
                  <a:t>n = 2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3581D48-126B-945A-F8CB-E2A20B196E0F}"/>
                </a:ext>
              </a:extLst>
            </p:cNvPr>
            <p:cNvSpPr txBox="1"/>
            <p:nvPr/>
          </p:nvSpPr>
          <p:spPr>
            <a:xfrm>
              <a:off x="2890257" y="2190177"/>
              <a:ext cx="1188720" cy="6653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Unfriendly </a:t>
              </a:r>
            </a:p>
            <a:p>
              <a:pPr algn="ctr"/>
              <a:r>
                <a:rPr lang="en-US" dirty="0"/>
                <a:t>neutral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F5253CD-AA05-EC75-793B-F059E61EDD58}"/>
                </a:ext>
              </a:extLst>
            </p:cNvPr>
            <p:cNvGrpSpPr/>
            <p:nvPr/>
          </p:nvGrpSpPr>
          <p:grpSpPr>
            <a:xfrm>
              <a:off x="3104675" y="2978097"/>
              <a:ext cx="651140" cy="1342652"/>
              <a:chOff x="3720152" y="2978097"/>
              <a:chExt cx="651140" cy="1342652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FF63A00B-A82C-5291-38A0-4F44DA79CD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721" y="2978097"/>
                <a:ext cx="0" cy="64008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B3D8BD0-D7CE-9A51-CBEA-B267D751793B}"/>
                  </a:ext>
                </a:extLst>
              </p:cNvPr>
              <p:cNvSpPr txBox="1"/>
              <p:nvPr/>
            </p:nvSpPr>
            <p:spPr>
              <a:xfrm>
                <a:off x="3720152" y="3674418"/>
                <a:ext cx="6511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  <a:r>
                  <a:rPr lang="en-US" baseline="30000" dirty="0"/>
                  <a:t>n</a:t>
                </a:r>
              </a:p>
              <a:p>
                <a:pPr algn="ctr"/>
                <a:r>
                  <a:rPr lang="en-US" dirty="0"/>
                  <a:t>n = 3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2B64BDD-06C5-A8C3-D626-7A1941FF502B}"/>
                </a:ext>
              </a:extLst>
            </p:cNvPr>
            <p:cNvSpPr txBox="1"/>
            <p:nvPr/>
          </p:nvSpPr>
          <p:spPr>
            <a:xfrm>
              <a:off x="1701537" y="2190177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Unfriendly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FA533C4-DC48-DEAE-ACBC-AA7E161579B3}"/>
                </a:ext>
              </a:extLst>
            </p:cNvPr>
            <p:cNvGrpSpPr/>
            <p:nvPr/>
          </p:nvGrpSpPr>
          <p:grpSpPr>
            <a:xfrm>
              <a:off x="1978915" y="2978097"/>
              <a:ext cx="651140" cy="1342652"/>
              <a:chOff x="2420716" y="2978097"/>
              <a:chExt cx="651140" cy="1342652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ED30B1C-1AD3-D206-8A33-A031296273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6285" y="2978097"/>
                <a:ext cx="0" cy="64008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51128F8-4A41-0238-6717-4C7D36811254}"/>
                  </a:ext>
                </a:extLst>
              </p:cNvPr>
              <p:cNvSpPr txBox="1"/>
              <p:nvPr/>
            </p:nvSpPr>
            <p:spPr>
              <a:xfrm>
                <a:off x="2420716" y="3674418"/>
                <a:ext cx="6511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  <a:r>
                  <a:rPr lang="en-US" baseline="30000" dirty="0"/>
                  <a:t>n</a:t>
                </a:r>
              </a:p>
              <a:p>
                <a:pPr algn="ctr"/>
                <a:r>
                  <a:rPr lang="en-US" dirty="0"/>
                  <a:t>n = 4</a:t>
                </a: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532D83D-901C-8F80-2BEA-8F27322C2C68}"/>
                </a:ext>
              </a:extLst>
            </p:cNvPr>
            <p:cNvSpPr txBox="1"/>
            <p:nvPr/>
          </p:nvSpPr>
          <p:spPr>
            <a:xfrm>
              <a:off x="567925" y="2190177"/>
              <a:ext cx="1188720" cy="666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Very </a:t>
              </a:r>
            </a:p>
            <a:p>
              <a:pPr algn="ctr"/>
              <a:r>
                <a:rPr lang="en-US" dirty="0"/>
                <a:t>unfriendly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59496F3-D162-B947-4CF2-FF723B930CCE}"/>
                </a:ext>
              </a:extLst>
            </p:cNvPr>
            <p:cNvGrpSpPr/>
            <p:nvPr/>
          </p:nvGrpSpPr>
          <p:grpSpPr>
            <a:xfrm>
              <a:off x="836716" y="2946851"/>
              <a:ext cx="651140" cy="1342652"/>
              <a:chOff x="1273604" y="2978097"/>
              <a:chExt cx="651140" cy="1342652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0D544B6D-3B8E-A3F1-C4D6-A6564C5428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9173" y="2978097"/>
                <a:ext cx="0" cy="64008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39FDBB5-D6B5-4252-49C4-FCE718CE8548}"/>
                  </a:ext>
                </a:extLst>
              </p:cNvPr>
              <p:cNvSpPr txBox="1"/>
              <p:nvPr/>
            </p:nvSpPr>
            <p:spPr>
              <a:xfrm>
                <a:off x="1273604" y="3674418"/>
                <a:ext cx="6511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  <a:r>
                  <a:rPr lang="en-US" baseline="30000" dirty="0"/>
                  <a:t>n</a:t>
                </a:r>
              </a:p>
              <a:p>
                <a:pPr algn="ctr"/>
                <a:r>
                  <a:rPr lang="en-US" dirty="0"/>
                  <a:t>n = 5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2E73B76-7045-D620-D271-1BFA3F9C0596}"/>
                </a:ext>
              </a:extLst>
            </p:cNvPr>
            <p:cNvSpPr txBox="1"/>
            <p:nvPr/>
          </p:nvSpPr>
          <p:spPr>
            <a:xfrm>
              <a:off x="6373079" y="2190177"/>
              <a:ext cx="1228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Conflicted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BAE38F2-EB88-2DD8-6814-FCFCA18AB116}"/>
                </a:ext>
              </a:extLst>
            </p:cNvPr>
            <p:cNvGrpSpPr/>
            <p:nvPr/>
          </p:nvGrpSpPr>
          <p:grpSpPr>
            <a:xfrm>
              <a:off x="6538073" y="2978097"/>
              <a:ext cx="793807" cy="1342652"/>
              <a:chOff x="6655622" y="3007448"/>
              <a:chExt cx="793807" cy="1342652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1A89C147-B794-6FDE-CE38-BA81C2686B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52525" y="3007448"/>
                <a:ext cx="0" cy="64008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5C89FF-D4D2-4880-537F-A7046B927F7A}"/>
                  </a:ext>
                </a:extLst>
              </p:cNvPr>
              <p:cNvSpPr txBox="1"/>
              <p:nvPr/>
            </p:nvSpPr>
            <p:spPr>
              <a:xfrm>
                <a:off x="6655622" y="3703769"/>
                <a:ext cx="79380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2</a:t>
                </a:r>
                <a:r>
                  <a:rPr lang="en-US" baseline="30000" dirty="0"/>
                  <a:t>n</a:t>
                </a:r>
              </a:p>
              <a:p>
                <a:pPr algn="ctr"/>
                <a:r>
                  <a:rPr lang="en-US" dirty="0"/>
                  <a:t>n =0.5</a:t>
                </a:r>
              </a:p>
            </p:txBody>
          </p:sp>
        </p:grp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D38C177D-A7FF-6798-CCF2-5AD7C44F6B2D}"/>
                </a:ext>
              </a:extLst>
            </p:cNvPr>
            <p:cNvSpPr/>
            <p:nvPr/>
          </p:nvSpPr>
          <p:spPr>
            <a:xfrm>
              <a:off x="8500200" y="3010118"/>
              <a:ext cx="3615131" cy="369330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rgbClr val="00B05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1465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57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Etienne Berthet</dc:creator>
  <cp:lastModifiedBy>Etienne Berthet</cp:lastModifiedBy>
  <cp:revision>1</cp:revision>
  <dcterms:created xsi:type="dcterms:W3CDTF">2025-11-11T02:05:21Z</dcterms:created>
  <dcterms:modified xsi:type="dcterms:W3CDTF">2025-12-18T01:08:33Z</dcterms:modified>
</cp:coreProperties>
</file>