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7" r:id="rId2"/>
  </p:sldIdLst>
  <p:sldSz cx="29260800" cy="109728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53547BA-C16F-4028-84C1-BF542C8784C8}" v="1" dt="2025-12-18T01:15:42.55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25" d="100"/>
          <a:sy n="25" d="100"/>
        </p:scale>
        <p:origin x="1550" y="8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tienne Berthet" userId="b87b9fbd-ebe0-40b1-80a1-0443c4f6f4de" providerId="ADAL" clId="{6B8AEB68-E4F9-4E25-8803-C4FAF66D4D7B}"/>
    <pc:docChg chg="modSld">
      <pc:chgData name="Etienne Berthet" userId="b87b9fbd-ebe0-40b1-80a1-0443c4f6f4de" providerId="ADAL" clId="{6B8AEB68-E4F9-4E25-8803-C4FAF66D4D7B}" dt="2025-12-18T01:15:42.547" v="0" actId="164"/>
      <pc:docMkLst>
        <pc:docMk/>
      </pc:docMkLst>
      <pc:sldChg chg="addSp modSp">
        <pc:chgData name="Etienne Berthet" userId="b87b9fbd-ebe0-40b1-80a1-0443c4f6f4de" providerId="ADAL" clId="{6B8AEB68-E4F9-4E25-8803-C4FAF66D4D7B}" dt="2025-12-18T01:15:42.547" v="0" actId="164"/>
        <pc:sldMkLst>
          <pc:docMk/>
          <pc:sldMk cId="3809829077" sldId="257"/>
        </pc:sldMkLst>
        <pc:spChg chg="mod">
          <ac:chgData name="Etienne Berthet" userId="b87b9fbd-ebe0-40b1-80a1-0443c4f6f4de" providerId="ADAL" clId="{6B8AEB68-E4F9-4E25-8803-C4FAF66D4D7B}" dt="2025-12-18T01:15:42.547" v="0" actId="164"/>
          <ac:spMkLst>
            <pc:docMk/>
            <pc:sldMk cId="3809829077" sldId="257"/>
            <ac:spMk id="4" creationId="{727D12B5-5CA2-A222-9728-B9B0B3A89331}"/>
          </ac:spMkLst>
        </pc:spChg>
        <pc:spChg chg="mod">
          <ac:chgData name="Etienne Berthet" userId="b87b9fbd-ebe0-40b1-80a1-0443c4f6f4de" providerId="ADAL" clId="{6B8AEB68-E4F9-4E25-8803-C4FAF66D4D7B}" dt="2025-12-18T01:15:42.547" v="0" actId="164"/>
          <ac:spMkLst>
            <pc:docMk/>
            <pc:sldMk cId="3809829077" sldId="257"/>
            <ac:spMk id="20" creationId="{83B1775E-11F5-C703-A55C-664687860FAC}"/>
          </ac:spMkLst>
        </pc:spChg>
        <pc:spChg chg="mod">
          <ac:chgData name="Etienne Berthet" userId="b87b9fbd-ebe0-40b1-80a1-0443c4f6f4de" providerId="ADAL" clId="{6B8AEB68-E4F9-4E25-8803-C4FAF66D4D7B}" dt="2025-12-18T01:15:42.547" v="0" actId="164"/>
          <ac:spMkLst>
            <pc:docMk/>
            <pc:sldMk cId="3809829077" sldId="257"/>
            <ac:spMk id="23" creationId="{180B9EB8-BF95-CB02-E072-218AC2CA0213}"/>
          </ac:spMkLst>
        </pc:spChg>
        <pc:spChg chg="mod">
          <ac:chgData name="Etienne Berthet" userId="b87b9fbd-ebe0-40b1-80a1-0443c4f6f4de" providerId="ADAL" clId="{6B8AEB68-E4F9-4E25-8803-C4FAF66D4D7B}" dt="2025-12-18T01:15:42.547" v="0" actId="164"/>
          <ac:spMkLst>
            <pc:docMk/>
            <pc:sldMk cId="3809829077" sldId="257"/>
            <ac:spMk id="28" creationId="{6AAE4E7D-0492-612F-932D-D4E08C4318F2}"/>
          </ac:spMkLst>
        </pc:spChg>
        <pc:spChg chg="mod">
          <ac:chgData name="Etienne Berthet" userId="b87b9fbd-ebe0-40b1-80a1-0443c4f6f4de" providerId="ADAL" clId="{6B8AEB68-E4F9-4E25-8803-C4FAF66D4D7B}" dt="2025-12-18T01:15:42.547" v="0" actId="164"/>
          <ac:spMkLst>
            <pc:docMk/>
            <pc:sldMk cId="3809829077" sldId="257"/>
            <ac:spMk id="43" creationId="{0071EF44-2ED1-3E30-A28F-8E55AB92B900}"/>
          </ac:spMkLst>
        </pc:spChg>
        <pc:spChg chg="mod">
          <ac:chgData name="Etienne Berthet" userId="b87b9fbd-ebe0-40b1-80a1-0443c4f6f4de" providerId="ADAL" clId="{6B8AEB68-E4F9-4E25-8803-C4FAF66D4D7B}" dt="2025-12-18T01:15:42.547" v="0" actId="164"/>
          <ac:spMkLst>
            <pc:docMk/>
            <pc:sldMk cId="3809829077" sldId="257"/>
            <ac:spMk id="107" creationId="{036F564F-E7BD-08D7-1FFD-2D4A044211A2}"/>
          </ac:spMkLst>
        </pc:spChg>
        <pc:spChg chg="mod">
          <ac:chgData name="Etienne Berthet" userId="b87b9fbd-ebe0-40b1-80a1-0443c4f6f4de" providerId="ADAL" clId="{6B8AEB68-E4F9-4E25-8803-C4FAF66D4D7B}" dt="2025-12-18T01:15:42.547" v="0" actId="164"/>
          <ac:spMkLst>
            <pc:docMk/>
            <pc:sldMk cId="3809829077" sldId="257"/>
            <ac:spMk id="130" creationId="{0E89CC3F-1127-DB91-4757-BC9031663CE4}"/>
          </ac:spMkLst>
        </pc:spChg>
        <pc:spChg chg="mod">
          <ac:chgData name="Etienne Berthet" userId="b87b9fbd-ebe0-40b1-80a1-0443c4f6f4de" providerId="ADAL" clId="{6B8AEB68-E4F9-4E25-8803-C4FAF66D4D7B}" dt="2025-12-18T01:15:42.547" v="0" actId="164"/>
          <ac:spMkLst>
            <pc:docMk/>
            <pc:sldMk cId="3809829077" sldId="257"/>
            <ac:spMk id="137" creationId="{30E8A446-A170-939E-C70B-2F7D2D05EA11}"/>
          </ac:spMkLst>
        </pc:spChg>
        <pc:spChg chg="mod">
          <ac:chgData name="Etienne Berthet" userId="b87b9fbd-ebe0-40b1-80a1-0443c4f6f4de" providerId="ADAL" clId="{6B8AEB68-E4F9-4E25-8803-C4FAF66D4D7B}" dt="2025-12-18T01:15:42.547" v="0" actId="164"/>
          <ac:spMkLst>
            <pc:docMk/>
            <pc:sldMk cId="3809829077" sldId="257"/>
            <ac:spMk id="141" creationId="{3C5AB9E9-57C8-B5E6-142A-AD167FC741A8}"/>
          </ac:spMkLst>
        </pc:spChg>
        <pc:spChg chg="mod">
          <ac:chgData name="Etienne Berthet" userId="b87b9fbd-ebe0-40b1-80a1-0443c4f6f4de" providerId="ADAL" clId="{6B8AEB68-E4F9-4E25-8803-C4FAF66D4D7B}" dt="2025-12-18T01:15:42.547" v="0" actId="164"/>
          <ac:spMkLst>
            <pc:docMk/>
            <pc:sldMk cId="3809829077" sldId="257"/>
            <ac:spMk id="142" creationId="{EE4A5626-91D1-F992-2557-618FF51D6EA5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57600" y="1795781"/>
            <a:ext cx="21945600" cy="3820160"/>
          </a:xfrm>
        </p:spPr>
        <p:txBody>
          <a:bodyPr anchor="b"/>
          <a:lstStyle>
            <a:lvl1pPr algn="ctr">
              <a:defRPr sz="9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657600" y="5763261"/>
            <a:ext cx="21945600" cy="2649219"/>
          </a:xfrm>
        </p:spPr>
        <p:txBody>
          <a:bodyPr/>
          <a:lstStyle>
            <a:lvl1pPr marL="0" indent="0" algn="ctr">
              <a:buNone/>
              <a:defRPr sz="3840"/>
            </a:lvl1pPr>
            <a:lvl2pPr marL="731520" indent="0" algn="ctr">
              <a:buNone/>
              <a:defRPr sz="3200"/>
            </a:lvl2pPr>
            <a:lvl3pPr marL="1463040" indent="0" algn="ctr">
              <a:buNone/>
              <a:defRPr sz="2880"/>
            </a:lvl3pPr>
            <a:lvl4pPr marL="2194560" indent="0" algn="ctr">
              <a:buNone/>
              <a:defRPr sz="2560"/>
            </a:lvl4pPr>
            <a:lvl5pPr marL="2926080" indent="0" algn="ctr">
              <a:buNone/>
              <a:defRPr sz="2560"/>
            </a:lvl5pPr>
            <a:lvl6pPr marL="3657600" indent="0" algn="ctr">
              <a:buNone/>
              <a:defRPr sz="2560"/>
            </a:lvl6pPr>
            <a:lvl7pPr marL="4389120" indent="0" algn="ctr">
              <a:buNone/>
              <a:defRPr sz="2560"/>
            </a:lvl7pPr>
            <a:lvl8pPr marL="5120640" indent="0" algn="ctr">
              <a:buNone/>
              <a:defRPr sz="2560"/>
            </a:lvl8pPr>
            <a:lvl9pPr marL="5852160" indent="0" algn="ctr">
              <a:buNone/>
              <a:defRPr sz="256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1405E9-8537-4758-8B46-56D6AC650995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17A9D9-8C90-4DCA-BA02-333683F284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93105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1405E9-8537-4758-8B46-56D6AC650995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17A9D9-8C90-4DCA-BA02-333683F284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4234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96440" y="2735582"/>
            <a:ext cx="25237440" cy="4564379"/>
          </a:xfrm>
        </p:spPr>
        <p:txBody>
          <a:bodyPr anchor="b"/>
          <a:lstStyle>
            <a:lvl1pPr>
              <a:defRPr sz="9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96440" y="7343142"/>
            <a:ext cx="25237440" cy="2400299"/>
          </a:xfrm>
        </p:spPr>
        <p:txBody>
          <a:bodyPr/>
          <a:lstStyle>
            <a:lvl1pPr marL="0" indent="0">
              <a:buNone/>
              <a:defRPr sz="3840">
                <a:solidFill>
                  <a:schemeClr val="tx1">
                    <a:tint val="82000"/>
                  </a:schemeClr>
                </a:solidFill>
              </a:defRPr>
            </a:lvl1pPr>
            <a:lvl2pPr marL="73152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2pPr>
            <a:lvl3pPr marL="1463040" indent="0">
              <a:buNone/>
              <a:defRPr sz="2880">
                <a:solidFill>
                  <a:schemeClr val="tx1">
                    <a:tint val="82000"/>
                  </a:schemeClr>
                </a:solidFill>
              </a:defRPr>
            </a:lvl3pPr>
            <a:lvl4pPr marL="2194560" indent="0">
              <a:buNone/>
              <a:defRPr sz="2560">
                <a:solidFill>
                  <a:schemeClr val="tx1">
                    <a:tint val="82000"/>
                  </a:schemeClr>
                </a:solidFill>
              </a:defRPr>
            </a:lvl4pPr>
            <a:lvl5pPr marL="2926080" indent="0">
              <a:buNone/>
              <a:defRPr sz="2560">
                <a:solidFill>
                  <a:schemeClr val="tx1">
                    <a:tint val="82000"/>
                  </a:schemeClr>
                </a:solidFill>
              </a:defRPr>
            </a:lvl5pPr>
            <a:lvl6pPr marL="3657600" indent="0">
              <a:buNone/>
              <a:defRPr sz="2560">
                <a:solidFill>
                  <a:schemeClr val="tx1">
                    <a:tint val="82000"/>
                  </a:schemeClr>
                </a:solidFill>
              </a:defRPr>
            </a:lvl6pPr>
            <a:lvl7pPr marL="4389120" indent="0">
              <a:buNone/>
              <a:defRPr sz="2560">
                <a:solidFill>
                  <a:schemeClr val="tx1">
                    <a:tint val="82000"/>
                  </a:schemeClr>
                </a:solidFill>
              </a:defRPr>
            </a:lvl7pPr>
            <a:lvl8pPr marL="5120640" indent="0">
              <a:buNone/>
              <a:defRPr sz="2560">
                <a:solidFill>
                  <a:schemeClr val="tx1">
                    <a:tint val="82000"/>
                  </a:schemeClr>
                </a:solidFill>
              </a:defRPr>
            </a:lvl8pPr>
            <a:lvl9pPr marL="5852160" indent="0">
              <a:buNone/>
              <a:defRPr sz="256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1405E9-8537-4758-8B46-56D6AC650995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17A9D9-8C90-4DCA-BA02-333683F284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73371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011680" y="2921000"/>
            <a:ext cx="12435840" cy="69621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13280" y="2921000"/>
            <a:ext cx="12435840" cy="69621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1405E9-8537-4758-8B46-56D6AC650995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17A9D9-8C90-4DCA-BA02-333683F284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72494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491" y="584201"/>
            <a:ext cx="25237440" cy="212090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492" y="2689861"/>
            <a:ext cx="12378689" cy="1318259"/>
          </a:xfrm>
        </p:spPr>
        <p:txBody>
          <a:bodyPr anchor="b"/>
          <a:lstStyle>
            <a:lvl1pPr marL="0" indent="0">
              <a:buNone/>
              <a:defRPr sz="3840" b="1"/>
            </a:lvl1pPr>
            <a:lvl2pPr marL="731520" indent="0">
              <a:buNone/>
              <a:defRPr sz="3200" b="1"/>
            </a:lvl2pPr>
            <a:lvl3pPr marL="1463040" indent="0">
              <a:buNone/>
              <a:defRPr sz="2880" b="1"/>
            </a:lvl3pPr>
            <a:lvl4pPr marL="2194560" indent="0">
              <a:buNone/>
              <a:defRPr sz="2560" b="1"/>
            </a:lvl4pPr>
            <a:lvl5pPr marL="2926080" indent="0">
              <a:buNone/>
              <a:defRPr sz="2560" b="1"/>
            </a:lvl5pPr>
            <a:lvl6pPr marL="3657600" indent="0">
              <a:buNone/>
              <a:defRPr sz="2560" b="1"/>
            </a:lvl6pPr>
            <a:lvl7pPr marL="4389120" indent="0">
              <a:buNone/>
              <a:defRPr sz="2560" b="1"/>
            </a:lvl7pPr>
            <a:lvl8pPr marL="5120640" indent="0">
              <a:buNone/>
              <a:defRPr sz="2560" b="1"/>
            </a:lvl8pPr>
            <a:lvl9pPr marL="5852160" indent="0">
              <a:buNone/>
              <a:defRPr sz="25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015492" y="4008120"/>
            <a:ext cx="12378689" cy="58953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4813280" y="2689861"/>
            <a:ext cx="12439651" cy="1318259"/>
          </a:xfrm>
        </p:spPr>
        <p:txBody>
          <a:bodyPr anchor="b"/>
          <a:lstStyle>
            <a:lvl1pPr marL="0" indent="0">
              <a:buNone/>
              <a:defRPr sz="3840" b="1"/>
            </a:lvl1pPr>
            <a:lvl2pPr marL="731520" indent="0">
              <a:buNone/>
              <a:defRPr sz="3200" b="1"/>
            </a:lvl2pPr>
            <a:lvl3pPr marL="1463040" indent="0">
              <a:buNone/>
              <a:defRPr sz="2880" b="1"/>
            </a:lvl3pPr>
            <a:lvl4pPr marL="2194560" indent="0">
              <a:buNone/>
              <a:defRPr sz="2560" b="1"/>
            </a:lvl4pPr>
            <a:lvl5pPr marL="2926080" indent="0">
              <a:buNone/>
              <a:defRPr sz="2560" b="1"/>
            </a:lvl5pPr>
            <a:lvl6pPr marL="3657600" indent="0">
              <a:buNone/>
              <a:defRPr sz="2560" b="1"/>
            </a:lvl6pPr>
            <a:lvl7pPr marL="4389120" indent="0">
              <a:buNone/>
              <a:defRPr sz="2560" b="1"/>
            </a:lvl7pPr>
            <a:lvl8pPr marL="5120640" indent="0">
              <a:buNone/>
              <a:defRPr sz="2560" b="1"/>
            </a:lvl8pPr>
            <a:lvl9pPr marL="5852160" indent="0">
              <a:buNone/>
              <a:defRPr sz="25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4813280" y="4008120"/>
            <a:ext cx="12439651" cy="58953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1405E9-8537-4758-8B46-56D6AC650995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17A9D9-8C90-4DCA-BA02-333683F284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61694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1405E9-8537-4758-8B46-56D6AC650995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17A9D9-8C90-4DCA-BA02-333683F284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58586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1405E9-8537-4758-8B46-56D6AC650995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17A9D9-8C90-4DCA-BA02-333683F284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26468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492" y="731520"/>
            <a:ext cx="9437369" cy="2560320"/>
          </a:xfrm>
        </p:spPr>
        <p:txBody>
          <a:bodyPr anchor="b"/>
          <a:lstStyle>
            <a:lvl1pPr>
              <a:defRPr sz="51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439651" y="1579881"/>
            <a:ext cx="14813280" cy="7797800"/>
          </a:xfrm>
        </p:spPr>
        <p:txBody>
          <a:bodyPr/>
          <a:lstStyle>
            <a:lvl1pPr>
              <a:defRPr sz="5120"/>
            </a:lvl1pPr>
            <a:lvl2pPr>
              <a:defRPr sz="4480"/>
            </a:lvl2pPr>
            <a:lvl3pPr>
              <a:defRPr sz="3840"/>
            </a:lvl3pPr>
            <a:lvl4pPr>
              <a:defRPr sz="3200"/>
            </a:lvl4pPr>
            <a:lvl5pPr>
              <a:defRPr sz="3200"/>
            </a:lvl5pPr>
            <a:lvl6pPr>
              <a:defRPr sz="3200"/>
            </a:lvl6pPr>
            <a:lvl7pPr>
              <a:defRPr sz="3200"/>
            </a:lvl7pPr>
            <a:lvl8pPr>
              <a:defRPr sz="3200"/>
            </a:lvl8pPr>
            <a:lvl9pPr>
              <a:defRPr sz="3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15492" y="3291840"/>
            <a:ext cx="9437369" cy="6098541"/>
          </a:xfrm>
        </p:spPr>
        <p:txBody>
          <a:bodyPr/>
          <a:lstStyle>
            <a:lvl1pPr marL="0" indent="0">
              <a:buNone/>
              <a:defRPr sz="2560"/>
            </a:lvl1pPr>
            <a:lvl2pPr marL="731520" indent="0">
              <a:buNone/>
              <a:defRPr sz="2240"/>
            </a:lvl2pPr>
            <a:lvl3pPr marL="1463040" indent="0">
              <a:buNone/>
              <a:defRPr sz="1920"/>
            </a:lvl3pPr>
            <a:lvl4pPr marL="2194560" indent="0">
              <a:buNone/>
              <a:defRPr sz="1600"/>
            </a:lvl4pPr>
            <a:lvl5pPr marL="2926080" indent="0">
              <a:buNone/>
              <a:defRPr sz="1600"/>
            </a:lvl5pPr>
            <a:lvl6pPr marL="3657600" indent="0">
              <a:buNone/>
              <a:defRPr sz="1600"/>
            </a:lvl6pPr>
            <a:lvl7pPr marL="4389120" indent="0">
              <a:buNone/>
              <a:defRPr sz="1600"/>
            </a:lvl7pPr>
            <a:lvl8pPr marL="5120640" indent="0">
              <a:buNone/>
              <a:defRPr sz="1600"/>
            </a:lvl8pPr>
            <a:lvl9pPr marL="585216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1405E9-8537-4758-8B46-56D6AC650995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17A9D9-8C90-4DCA-BA02-333683F284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77652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492" y="731520"/>
            <a:ext cx="9437369" cy="2560320"/>
          </a:xfrm>
        </p:spPr>
        <p:txBody>
          <a:bodyPr anchor="b"/>
          <a:lstStyle>
            <a:lvl1pPr>
              <a:defRPr sz="51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439651" y="1579881"/>
            <a:ext cx="14813280" cy="7797800"/>
          </a:xfrm>
        </p:spPr>
        <p:txBody>
          <a:bodyPr anchor="t"/>
          <a:lstStyle>
            <a:lvl1pPr marL="0" indent="0">
              <a:buNone/>
              <a:defRPr sz="5120"/>
            </a:lvl1pPr>
            <a:lvl2pPr marL="731520" indent="0">
              <a:buNone/>
              <a:defRPr sz="4480"/>
            </a:lvl2pPr>
            <a:lvl3pPr marL="1463040" indent="0">
              <a:buNone/>
              <a:defRPr sz="3840"/>
            </a:lvl3pPr>
            <a:lvl4pPr marL="2194560" indent="0">
              <a:buNone/>
              <a:defRPr sz="3200"/>
            </a:lvl4pPr>
            <a:lvl5pPr marL="2926080" indent="0">
              <a:buNone/>
              <a:defRPr sz="3200"/>
            </a:lvl5pPr>
            <a:lvl6pPr marL="3657600" indent="0">
              <a:buNone/>
              <a:defRPr sz="3200"/>
            </a:lvl6pPr>
            <a:lvl7pPr marL="4389120" indent="0">
              <a:buNone/>
              <a:defRPr sz="3200"/>
            </a:lvl7pPr>
            <a:lvl8pPr marL="5120640" indent="0">
              <a:buNone/>
              <a:defRPr sz="3200"/>
            </a:lvl8pPr>
            <a:lvl9pPr marL="5852160" indent="0">
              <a:buNone/>
              <a:defRPr sz="3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15492" y="3291840"/>
            <a:ext cx="9437369" cy="6098541"/>
          </a:xfrm>
        </p:spPr>
        <p:txBody>
          <a:bodyPr/>
          <a:lstStyle>
            <a:lvl1pPr marL="0" indent="0">
              <a:buNone/>
              <a:defRPr sz="2560"/>
            </a:lvl1pPr>
            <a:lvl2pPr marL="731520" indent="0">
              <a:buNone/>
              <a:defRPr sz="2240"/>
            </a:lvl2pPr>
            <a:lvl3pPr marL="1463040" indent="0">
              <a:buNone/>
              <a:defRPr sz="1920"/>
            </a:lvl3pPr>
            <a:lvl4pPr marL="2194560" indent="0">
              <a:buNone/>
              <a:defRPr sz="1600"/>
            </a:lvl4pPr>
            <a:lvl5pPr marL="2926080" indent="0">
              <a:buNone/>
              <a:defRPr sz="1600"/>
            </a:lvl5pPr>
            <a:lvl6pPr marL="3657600" indent="0">
              <a:buNone/>
              <a:defRPr sz="1600"/>
            </a:lvl6pPr>
            <a:lvl7pPr marL="4389120" indent="0">
              <a:buNone/>
              <a:defRPr sz="1600"/>
            </a:lvl7pPr>
            <a:lvl8pPr marL="5120640" indent="0">
              <a:buNone/>
              <a:defRPr sz="1600"/>
            </a:lvl8pPr>
            <a:lvl9pPr marL="585216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1405E9-8537-4758-8B46-56D6AC650995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17A9D9-8C90-4DCA-BA02-333683F284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14099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1405E9-8537-4758-8B46-56D6AC650995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17A9D9-8C90-4DCA-BA02-333683F284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92189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0939760" y="584200"/>
            <a:ext cx="6309360" cy="929894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011680" y="584200"/>
            <a:ext cx="18562320" cy="929894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1405E9-8537-4758-8B46-56D6AC650995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17A9D9-8C90-4DCA-BA02-333683F284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8431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011680" y="584201"/>
            <a:ext cx="25237440" cy="21209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1680" y="2921000"/>
            <a:ext cx="25237440" cy="69621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011680" y="10170161"/>
            <a:ext cx="6583680" cy="584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9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61405E9-8537-4758-8B46-56D6AC650995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692640" y="10170161"/>
            <a:ext cx="9875520" cy="584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9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0665440" y="10170161"/>
            <a:ext cx="6583680" cy="584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9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F17A9D9-8C90-4DCA-BA02-333683F284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69760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1463040" rtl="0" eaLnBrk="1" latinLnBrk="0" hangingPunct="1">
        <a:lnSpc>
          <a:spcPct val="90000"/>
        </a:lnSpc>
        <a:spcBef>
          <a:spcPct val="0"/>
        </a:spcBef>
        <a:buNone/>
        <a:defRPr sz="70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65760" indent="-365760" algn="l" defTabSz="1463040" rtl="0" eaLnBrk="1" latinLnBrk="0" hangingPunct="1">
        <a:lnSpc>
          <a:spcPct val="90000"/>
        </a:lnSpc>
        <a:spcBef>
          <a:spcPts val="1600"/>
        </a:spcBef>
        <a:buFont typeface="Arial" panose="020B0604020202020204" pitchFamily="34" charset="0"/>
        <a:buChar char="•"/>
        <a:defRPr sz="4480" kern="1200">
          <a:solidFill>
            <a:schemeClr val="tx1"/>
          </a:solidFill>
          <a:latin typeface="+mn-lt"/>
          <a:ea typeface="+mn-ea"/>
          <a:cs typeface="+mn-cs"/>
        </a:defRPr>
      </a:lvl1pPr>
      <a:lvl2pPr marL="1097280" indent="-365760" algn="l" defTabSz="1463040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Char char="•"/>
        <a:defRPr sz="384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indent="-365760" algn="l" defTabSz="1463040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560320" indent="-365760" algn="l" defTabSz="1463040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4pPr>
      <a:lvl5pPr marL="3291840" indent="-365760" algn="l" defTabSz="1463040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5pPr>
      <a:lvl6pPr marL="4023360" indent="-365760" algn="l" defTabSz="1463040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6pPr>
      <a:lvl7pPr marL="4754880" indent="-365760" algn="l" defTabSz="1463040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7pPr>
      <a:lvl8pPr marL="5486400" indent="-365760" algn="l" defTabSz="1463040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8pPr>
      <a:lvl9pPr marL="6217920" indent="-365760" algn="l" defTabSz="1463040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463040" rtl="0" eaLnBrk="1" latinLnBrk="0" hangingPunct="1">
        <a:defRPr sz="2880" kern="1200">
          <a:solidFill>
            <a:schemeClr val="tx1"/>
          </a:solidFill>
          <a:latin typeface="+mn-lt"/>
          <a:ea typeface="+mn-ea"/>
          <a:cs typeface="+mn-cs"/>
        </a:defRPr>
      </a:lvl1pPr>
      <a:lvl2pPr marL="731520" algn="l" defTabSz="1463040" rtl="0" eaLnBrk="1" latinLnBrk="0" hangingPunct="1">
        <a:defRPr sz="2880" kern="1200">
          <a:solidFill>
            <a:schemeClr val="tx1"/>
          </a:solidFill>
          <a:latin typeface="+mn-lt"/>
          <a:ea typeface="+mn-ea"/>
          <a:cs typeface="+mn-cs"/>
        </a:defRPr>
      </a:lvl2pPr>
      <a:lvl3pPr marL="1463040" algn="l" defTabSz="1463040" rtl="0" eaLnBrk="1" latinLnBrk="0" hangingPunct="1">
        <a:defRPr sz="2880" kern="1200">
          <a:solidFill>
            <a:schemeClr val="tx1"/>
          </a:solidFill>
          <a:latin typeface="+mn-lt"/>
          <a:ea typeface="+mn-ea"/>
          <a:cs typeface="+mn-cs"/>
        </a:defRPr>
      </a:lvl3pPr>
      <a:lvl4pPr marL="2194560" algn="l" defTabSz="1463040" rtl="0" eaLnBrk="1" latinLnBrk="0" hangingPunct="1">
        <a:defRPr sz="2880" kern="1200">
          <a:solidFill>
            <a:schemeClr val="tx1"/>
          </a:solidFill>
          <a:latin typeface="+mn-lt"/>
          <a:ea typeface="+mn-ea"/>
          <a:cs typeface="+mn-cs"/>
        </a:defRPr>
      </a:lvl4pPr>
      <a:lvl5pPr marL="2926080" algn="l" defTabSz="1463040" rtl="0" eaLnBrk="1" latinLnBrk="0" hangingPunct="1">
        <a:defRPr sz="2880" kern="1200">
          <a:solidFill>
            <a:schemeClr val="tx1"/>
          </a:solidFill>
          <a:latin typeface="+mn-lt"/>
          <a:ea typeface="+mn-ea"/>
          <a:cs typeface="+mn-cs"/>
        </a:defRPr>
      </a:lvl5pPr>
      <a:lvl6pPr marL="3657600" algn="l" defTabSz="1463040" rtl="0" eaLnBrk="1" latinLnBrk="0" hangingPunct="1">
        <a:defRPr sz="2880" kern="1200">
          <a:solidFill>
            <a:schemeClr val="tx1"/>
          </a:solidFill>
          <a:latin typeface="+mn-lt"/>
          <a:ea typeface="+mn-ea"/>
          <a:cs typeface="+mn-cs"/>
        </a:defRPr>
      </a:lvl6pPr>
      <a:lvl7pPr marL="4389120" algn="l" defTabSz="1463040" rtl="0" eaLnBrk="1" latinLnBrk="0" hangingPunct="1">
        <a:defRPr sz="2880" kern="1200">
          <a:solidFill>
            <a:schemeClr val="tx1"/>
          </a:solidFill>
          <a:latin typeface="+mn-lt"/>
          <a:ea typeface="+mn-ea"/>
          <a:cs typeface="+mn-cs"/>
        </a:defRPr>
      </a:lvl7pPr>
      <a:lvl8pPr marL="5120640" algn="l" defTabSz="1463040" rtl="0" eaLnBrk="1" latinLnBrk="0" hangingPunct="1">
        <a:defRPr sz="2880" kern="1200">
          <a:solidFill>
            <a:schemeClr val="tx1"/>
          </a:solidFill>
          <a:latin typeface="+mn-lt"/>
          <a:ea typeface="+mn-ea"/>
          <a:cs typeface="+mn-cs"/>
        </a:defRPr>
      </a:lvl8pPr>
      <a:lvl9pPr marL="5852160" algn="l" defTabSz="1463040" rtl="0" eaLnBrk="1" latinLnBrk="0" hangingPunct="1">
        <a:defRPr sz="28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C0A136B1-0D16-A790-82AE-A9A0A43A7F29}"/>
              </a:ext>
            </a:extLst>
          </p:cNvPr>
          <p:cNvGrpSpPr/>
          <p:nvPr/>
        </p:nvGrpSpPr>
        <p:grpSpPr>
          <a:xfrm>
            <a:off x="1184170" y="319401"/>
            <a:ext cx="28076630" cy="9915441"/>
            <a:chOff x="1184170" y="319401"/>
            <a:chExt cx="28076630" cy="9915441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727D12B5-5CA2-A222-9728-B9B0B3A89331}"/>
                </a:ext>
              </a:extLst>
            </p:cNvPr>
            <p:cNvSpPr/>
            <p:nvPr/>
          </p:nvSpPr>
          <p:spPr>
            <a:xfrm>
              <a:off x="7967643" y="1150401"/>
              <a:ext cx="2125092" cy="1132115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Leontief matrix from</a:t>
              </a:r>
            </a:p>
            <a:p>
              <a:pPr algn="ctr"/>
              <a:r>
                <a:rPr lang="en-US" dirty="0"/>
                <a:t>GLORIA T matrix,</a:t>
              </a:r>
            </a:p>
            <a:p>
              <a:pPr algn="ctr"/>
              <a:r>
                <a:rPr lang="en-US" dirty="0"/>
                <a:t>year n</a:t>
              </a: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FA0BD61F-AAAF-585A-8CDD-88A044613D2D}"/>
                </a:ext>
              </a:extLst>
            </p:cNvPr>
            <p:cNvSpPr/>
            <p:nvPr/>
          </p:nvSpPr>
          <p:spPr>
            <a:xfrm>
              <a:off x="7967643" y="2518019"/>
              <a:ext cx="2125092" cy="738665"/>
            </a:xfrm>
            <a:prstGeom prst="rect">
              <a:avLst/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/>
                <a:t>Stressor: Brazil agricultural deforestation year n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AF248EDD-A33A-A8C6-0A39-5090863F4086}"/>
                </a:ext>
              </a:extLst>
            </p:cNvPr>
            <p:cNvSpPr/>
            <p:nvPr/>
          </p:nvSpPr>
          <p:spPr>
            <a:xfrm>
              <a:off x="16421507" y="1150399"/>
              <a:ext cx="424544" cy="1143002"/>
            </a:xfrm>
            <a:prstGeom prst="rect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sz="1600" dirty="0"/>
                <a:t>Final Demand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2BE8CC99-CA46-006E-16AC-54B228C01DCF}"/>
                </a:ext>
              </a:extLst>
            </p:cNvPr>
            <p:cNvSpPr/>
            <p:nvPr/>
          </p:nvSpPr>
          <p:spPr>
            <a:xfrm>
              <a:off x="17717119" y="1150398"/>
              <a:ext cx="1680119" cy="1235528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1" dirty="0"/>
                <a:t>CBA results for Brazilian agricultural deforestation, year n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83B1775E-11F5-C703-A55C-664687860FAC}"/>
                </a:ext>
              </a:extLst>
            </p:cNvPr>
            <p:cNvSpPr/>
            <p:nvPr/>
          </p:nvSpPr>
          <p:spPr>
            <a:xfrm>
              <a:off x="10710307" y="1150399"/>
              <a:ext cx="2125092" cy="1132115"/>
            </a:xfrm>
            <a:prstGeom prst="rect">
              <a:avLst/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1" dirty="0"/>
                <a:t>Diagonalized Stressor: Brazil agricultural deforestation year n</a:t>
              </a:r>
            </a:p>
          </p:txBody>
        </p:sp>
        <p:cxnSp>
          <p:nvCxnSpPr>
            <p:cNvPr id="22" name="Connector: Elbow 21">
              <a:extLst>
                <a:ext uri="{FF2B5EF4-FFF2-40B4-BE49-F238E27FC236}">
                  <a16:creationId xmlns:a16="http://schemas.microsoft.com/office/drawing/2014/main" id="{0CD2330D-909C-1206-35B3-A2A44365D8DA}"/>
                </a:ext>
              </a:extLst>
            </p:cNvPr>
            <p:cNvCxnSpPr>
              <a:cxnSpLocks/>
              <a:stCxn id="5" idx="3"/>
              <a:endCxn id="20" idx="2"/>
            </p:cNvCxnSpPr>
            <p:nvPr/>
          </p:nvCxnSpPr>
          <p:spPr>
            <a:xfrm flipV="1">
              <a:off x="10092735" y="2282514"/>
              <a:ext cx="1680118" cy="604838"/>
            </a:xfrm>
            <a:prstGeom prst="bentConnector2">
              <a:avLst/>
            </a:prstGeom>
            <a:ln>
              <a:tailEnd type="triangle"/>
            </a:ln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180B9EB8-BF95-CB02-E072-218AC2CA0213}"/>
                </a:ext>
              </a:extLst>
            </p:cNvPr>
            <p:cNvSpPr txBox="1"/>
            <p:nvPr/>
          </p:nvSpPr>
          <p:spPr>
            <a:xfrm>
              <a:off x="10710306" y="2928790"/>
              <a:ext cx="2268516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/>
                <a:t>Diagonalized stressor to keep the detail of the footprint per sector </a:t>
              </a:r>
            </a:p>
          </p:txBody>
        </p:sp>
        <p:sp>
          <p:nvSpPr>
            <p:cNvPr id="25" name="Multiplication Sign 24">
              <a:extLst>
                <a:ext uri="{FF2B5EF4-FFF2-40B4-BE49-F238E27FC236}">
                  <a16:creationId xmlns:a16="http://schemas.microsoft.com/office/drawing/2014/main" id="{D992E77C-701A-EA7A-A57E-CDC10F883F2A}"/>
                </a:ext>
              </a:extLst>
            </p:cNvPr>
            <p:cNvSpPr/>
            <p:nvPr/>
          </p:nvSpPr>
          <p:spPr>
            <a:xfrm>
              <a:off x="10148208" y="1453867"/>
              <a:ext cx="457200" cy="457200"/>
            </a:xfrm>
            <a:prstGeom prst="mathMultiply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17E89984-E581-04EE-EC1E-7C603005D781}"/>
                </a:ext>
              </a:extLst>
            </p:cNvPr>
            <p:cNvSpPr/>
            <p:nvPr/>
          </p:nvSpPr>
          <p:spPr>
            <a:xfrm>
              <a:off x="13565904" y="1150399"/>
              <a:ext cx="2125092" cy="1132115"/>
            </a:xfrm>
            <a:prstGeom prst="rect">
              <a:avLst/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1" dirty="0"/>
                <a:t>Mutilplier for the Brazil agricultural deforestation year n</a:t>
              </a:r>
            </a:p>
          </p:txBody>
        </p:sp>
        <p:sp>
          <p:nvSpPr>
            <p:cNvPr id="27" name="Equals 26">
              <a:extLst>
                <a:ext uri="{FF2B5EF4-FFF2-40B4-BE49-F238E27FC236}">
                  <a16:creationId xmlns:a16="http://schemas.microsoft.com/office/drawing/2014/main" id="{A7D1C864-861F-66CF-1307-6317DEDDA5A2}"/>
                </a:ext>
              </a:extLst>
            </p:cNvPr>
            <p:cNvSpPr/>
            <p:nvPr/>
          </p:nvSpPr>
          <p:spPr>
            <a:xfrm>
              <a:off x="12946680" y="1487848"/>
              <a:ext cx="457200" cy="457200"/>
            </a:xfrm>
            <a:prstGeom prst="mathEqual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8" name="Multiplication Sign 27">
              <a:extLst>
                <a:ext uri="{FF2B5EF4-FFF2-40B4-BE49-F238E27FC236}">
                  <a16:creationId xmlns:a16="http://schemas.microsoft.com/office/drawing/2014/main" id="{6AAE4E7D-0492-612F-932D-D4E08C4318F2}"/>
                </a:ext>
              </a:extLst>
            </p:cNvPr>
            <p:cNvSpPr/>
            <p:nvPr/>
          </p:nvSpPr>
          <p:spPr>
            <a:xfrm>
              <a:off x="15853020" y="1487848"/>
              <a:ext cx="457200" cy="457200"/>
            </a:xfrm>
            <a:prstGeom prst="mathMultiply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Equals 28">
              <a:extLst>
                <a:ext uri="{FF2B5EF4-FFF2-40B4-BE49-F238E27FC236}">
                  <a16:creationId xmlns:a16="http://schemas.microsoft.com/office/drawing/2014/main" id="{3C16C3E2-E56C-4167-A5F6-50BAAA5889CD}"/>
                </a:ext>
              </a:extLst>
            </p:cNvPr>
            <p:cNvSpPr/>
            <p:nvPr/>
          </p:nvSpPr>
          <p:spPr>
            <a:xfrm>
              <a:off x="16989978" y="1441355"/>
              <a:ext cx="457200" cy="457200"/>
            </a:xfrm>
            <a:prstGeom prst="mathEqual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F1217E1D-A96A-59E6-3EF4-80DBFAF4A99E}"/>
                </a:ext>
              </a:extLst>
            </p:cNvPr>
            <p:cNvSpPr/>
            <p:nvPr/>
          </p:nvSpPr>
          <p:spPr>
            <a:xfrm>
              <a:off x="4971483" y="1161285"/>
              <a:ext cx="2125092" cy="1132115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Technical matrix A from</a:t>
              </a:r>
            </a:p>
            <a:p>
              <a:pPr algn="ctr"/>
              <a:r>
                <a:rPr lang="en-US" dirty="0"/>
                <a:t>GLORIA T matrix,</a:t>
              </a:r>
            </a:p>
            <a:p>
              <a:pPr algn="ctr"/>
              <a:r>
                <a:rPr lang="en-US" dirty="0"/>
                <a:t>year n</a:t>
              </a:r>
            </a:p>
          </p:txBody>
        </p:sp>
        <p:sp>
          <p:nvSpPr>
            <p:cNvPr id="35" name="Equals 34">
              <a:extLst>
                <a:ext uri="{FF2B5EF4-FFF2-40B4-BE49-F238E27FC236}">
                  <a16:creationId xmlns:a16="http://schemas.microsoft.com/office/drawing/2014/main" id="{4CB25932-49EA-FECA-2CDE-A726E94BF691}"/>
                </a:ext>
              </a:extLst>
            </p:cNvPr>
            <p:cNvSpPr/>
            <p:nvPr/>
          </p:nvSpPr>
          <p:spPr>
            <a:xfrm>
              <a:off x="7245054" y="1498822"/>
              <a:ext cx="457200" cy="457200"/>
            </a:xfrm>
            <a:prstGeom prst="mathEqual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5C772BCA-5AC7-0E62-6A4D-65744DBDB54C}"/>
                </a:ext>
              </a:extLst>
            </p:cNvPr>
            <p:cNvSpPr/>
            <p:nvPr/>
          </p:nvSpPr>
          <p:spPr>
            <a:xfrm>
              <a:off x="2264364" y="1161285"/>
              <a:ext cx="2125092" cy="1132115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Identity matrix</a:t>
              </a:r>
            </a:p>
          </p:txBody>
        </p:sp>
        <p:sp>
          <p:nvSpPr>
            <p:cNvPr id="37" name="Multiplication Sign 36">
              <a:extLst>
                <a:ext uri="{FF2B5EF4-FFF2-40B4-BE49-F238E27FC236}">
                  <a16:creationId xmlns:a16="http://schemas.microsoft.com/office/drawing/2014/main" id="{F3844897-9592-D3A0-3C74-591461E1F279}"/>
                </a:ext>
              </a:extLst>
            </p:cNvPr>
            <p:cNvSpPr/>
            <p:nvPr/>
          </p:nvSpPr>
          <p:spPr>
            <a:xfrm>
              <a:off x="4426245" y="1491151"/>
              <a:ext cx="457200" cy="457200"/>
            </a:xfrm>
            <a:prstGeom prst="mathMultiply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Double Bracket 38">
              <a:extLst>
                <a:ext uri="{FF2B5EF4-FFF2-40B4-BE49-F238E27FC236}">
                  <a16:creationId xmlns:a16="http://schemas.microsoft.com/office/drawing/2014/main" id="{607CDB29-1482-7997-B9D6-15AC90F81BD2}"/>
                </a:ext>
              </a:extLst>
            </p:cNvPr>
            <p:cNvSpPr/>
            <p:nvPr/>
          </p:nvSpPr>
          <p:spPr>
            <a:xfrm>
              <a:off x="2023388" y="893580"/>
              <a:ext cx="5210264" cy="1686698"/>
            </a:xfrm>
            <a:prstGeom prst="bracketPair">
              <a:avLst/>
            </a:prstGeom>
            <a:ln w="7620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39F2E55C-A73D-CFF9-E858-55AB8C0DB6A1}"/>
                </a:ext>
              </a:extLst>
            </p:cNvPr>
            <p:cNvSpPr txBox="1"/>
            <p:nvPr/>
          </p:nvSpPr>
          <p:spPr>
            <a:xfrm>
              <a:off x="7103668" y="319401"/>
              <a:ext cx="845488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7200" b="1" baseline="-25000" dirty="0"/>
                <a:t>^</a:t>
              </a:r>
              <a:r>
                <a:rPr lang="en-US" sz="3200" b="1" dirty="0"/>
                <a:t>-1</a:t>
              </a:r>
              <a:endParaRPr lang="en-US" sz="4800" b="1" dirty="0"/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0071EF44-2ED1-3E30-A28F-8E55AB92B900}"/>
                </a:ext>
              </a:extLst>
            </p:cNvPr>
            <p:cNvSpPr/>
            <p:nvPr/>
          </p:nvSpPr>
          <p:spPr>
            <a:xfrm>
              <a:off x="7967025" y="4282556"/>
              <a:ext cx="2125092" cy="1132115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733D480C-D2F8-58AE-C930-B325E4C66A68}"/>
                </a:ext>
              </a:extLst>
            </p:cNvPr>
            <p:cNvSpPr/>
            <p:nvPr/>
          </p:nvSpPr>
          <p:spPr>
            <a:xfrm>
              <a:off x="17898306" y="7346019"/>
              <a:ext cx="1680119" cy="1235528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1" dirty="0"/>
                <a:t>TBA results for Brazilian agricultural deforestation, year n</a:t>
              </a:r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FA7BC0DE-82CA-F58F-B6A3-952A9F5DE633}"/>
                </a:ext>
              </a:extLst>
            </p:cNvPr>
            <p:cNvSpPr/>
            <p:nvPr/>
          </p:nvSpPr>
          <p:spPr>
            <a:xfrm>
              <a:off x="13747587" y="7539334"/>
              <a:ext cx="2125092" cy="1132115"/>
            </a:xfrm>
            <a:prstGeom prst="rect">
              <a:avLst/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/>
                <a:t>Mutilplier for the Brazil agricultural deforestation year n</a:t>
              </a:r>
            </a:p>
          </p:txBody>
        </p:sp>
        <p:sp>
          <p:nvSpPr>
            <p:cNvPr id="52" name="Equals 51">
              <a:extLst>
                <a:ext uri="{FF2B5EF4-FFF2-40B4-BE49-F238E27FC236}">
                  <a16:creationId xmlns:a16="http://schemas.microsoft.com/office/drawing/2014/main" id="{3DD8E5D8-FD03-6134-4432-30D0F1377C05}"/>
                </a:ext>
              </a:extLst>
            </p:cNvPr>
            <p:cNvSpPr/>
            <p:nvPr/>
          </p:nvSpPr>
          <p:spPr>
            <a:xfrm>
              <a:off x="13163982" y="6117631"/>
              <a:ext cx="457200" cy="457200"/>
            </a:xfrm>
            <a:prstGeom prst="mathEqual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54" name="Equals 53">
              <a:extLst>
                <a:ext uri="{FF2B5EF4-FFF2-40B4-BE49-F238E27FC236}">
                  <a16:creationId xmlns:a16="http://schemas.microsoft.com/office/drawing/2014/main" id="{F26117AF-43C9-0B11-118D-5DB6959BBF41}"/>
                </a:ext>
              </a:extLst>
            </p:cNvPr>
            <p:cNvSpPr/>
            <p:nvPr/>
          </p:nvSpPr>
          <p:spPr>
            <a:xfrm>
              <a:off x="13123641" y="7812697"/>
              <a:ext cx="457200" cy="457200"/>
            </a:xfrm>
            <a:prstGeom prst="mathEqual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8613F683-408C-B14E-CEB7-817611B56237}"/>
                </a:ext>
              </a:extLst>
            </p:cNvPr>
            <p:cNvSpPr/>
            <p:nvPr/>
          </p:nvSpPr>
          <p:spPr>
            <a:xfrm>
              <a:off x="4970865" y="4293442"/>
              <a:ext cx="2125092" cy="1132115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6" name="Equals 55">
              <a:extLst>
                <a:ext uri="{FF2B5EF4-FFF2-40B4-BE49-F238E27FC236}">
                  <a16:creationId xmlns:a16="http://schemas.microsoft.com/office/drawing/2014/main" id="{9A1E41A6-BDA7-8242-F187-7F3BF335FAC0}"/>
                </a:ext>
              </a:extLst>
            </p:cNvPr>
            <p:cNvSpPr/>
            <p:nvPr/>
          </p:nvSpPr>
          <p:spPr>
            <a:xfrm>
              <a:off x="7244436" y="4630978"/>
              <a:ext cx="457200" cy="457200"/>
            </a:xfrm>
            <a:prstGeom prst="mathEqual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9B9458C3-5505-EE8F-EFCD-1D847FE11B54}"/>
                </a:ext>
              </a:extLst>
            </p:cNvPr>
            <p:cNvSpPr/>
            <p:nvPr/>
          </p:nvSpPr>
          <p:spPr>
            <a:xfrm>
              <a:off x="2263746" y="4293442"/>
              <a:ext cx="2125092" cy="1132115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Identity matrix, GLORIA T matrix size</a:t>
              </a:r>
            </a:p>
          </p:txBody>
        </p:sp>
        <p:sp>
          <p:nvSpPr>
            <p:cNvPr id="58" name="Multiplication Sign 57">
              <a:extLst>
                <a:ext uri="{FF2B5EF4-FFF2-40B4-BE49-F238E27FC236}">
                  <a16:creationId xmlns:a16="http://schemas.microsoft.com/office/drawing/2014/main" id="{F47C5D7E-DCE6-7B10-ED04-5E71409355AA}"/>
                </a:ext>
              </a:extLst>
            </p:cNvPr>
            <p:cNvSpPr/>
            <p:nvPr/>
          </p:nvSpPr>
          <p:spPr>
            <a:xfrm>
              <a:off x="4425627" y="4623305"/>
              <a:ext cx="457200" cy="457200"/>
            </a:xfrm>
            <a:prstGeom prst="mathMultiply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Double Bracket 58">
              <a:extLst>
                <a:ext uri="{FF2B5EF4-FFF2-40B4-BE49-F238E27FC236}">
                  <a16:creationId xmlns:a16="http://schemas.microsoft.com/office/drawing/2014/main" id="{C458F242-80E5-E149-AD21-55A27E00B759}"/>
                </a:ext>
              </a:extLst>
            </p:cNvPr>
            <p:cNvSpPr/>
            <p:nvPr/>
          </p:nvSpPr>
          <p:spPr>
            <a:xfrm>
              <a:off x="2022770" y="4025736"/>
              <a:ext cx="5210264" cy="1686698"/>
            </a:xfrm>
            <a:prstGeom prst="bracketPair">
              <a:avLst/>
            </a:prstGeom>
            <a:ln w="7620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11F390CE-BFA1-193E-7BA8-73E0F964DB99}"/>
                </a:ext>
              </a:extLst>
            </p:cNvPr>
            <p:cNvSpPr/>
            <p:nvPr/>
          </p:nvSpPr>
          <p:spPr>
            <a:xfrm>
              <a:off x="5546106" y="4315379"/>
              <a:ext cx="132344" cy="109728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2AB5686F-27A3-C24B-A73B-56D4B224ACD6}"/>
                </a:ext>
              </a:extLst>
            </p:cNvPr>
            <p:cNvSpPr/>
            <p:nvPr/>
          </p:nvSpPr>
          <p:spPr>
            <a:xfrm rot="5400000">
              <a:off x="5963538" y="3722302"/>
              <a:ext cx="137160" cy="210312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3" name="Straight Arrow Connector 62">
              <a:extLst>
                <a:ext uri="{FF2B5EF4-FFF2-40B4-BE49-F238E27FC236}">
                  <a16:creationId xmlns:a16="http://schemas.microsoft.com/office/drawing/2014/main" id="{1E7A0EDE-45ED-1135-32E6-234090CC0C0E}"/>
                </a:ext>
              </a:extLst>
            </p:cNvPr>
            <p:cNvCxnSpPr>
              <a:stCxn id="55" idx="2"/>
            </p:cNvCxnSpPr>
            <p:nvPr/>
          </p:nvCxnSpPr>
          <p:spPr>
            <a:xfrm flipH="1">
              <a:off x="6032120" y="5425552"/>
              <a:ext cx="1292" cy="112123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A6BB7AE4-569C-92EF-D4CB-4EA87FE03A41}"/>
                </a:ext>
              </a:extLst>
            </p:cNvPr>
            <p:cNvSpPr txBox="1"/>
            <p:nvPr/>
          </p:nvSpPr>
          <p:spPr>
            <a:xfrm>
              <a:off x="4996603" y="6574835"/>
              <a:ext cx="2548133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/>
                <a:t>Removing from the technical matrix A, country a or a group of countries (ex, EU27 to avoid counting intra-EU trade)</a:t>
              </a:r>
            </a:p>
          </p:txBody>
        </p: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396C71A5-A451-B7C9-13AF-8BAD1063A216}"/>
                </a:ext>
              </a:extLst>
            </p:cNvPr>
            <p:cNvSpPr/>
            <p:nvPr/>
          </p:nvSpPr>
          <p:spPr>
            <a:xfrm rot="5400000">
              <a:off x="8971977" y="3722302"/>
              <a:ext cx="137160" cy="210312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5B29B5BA-37CE-5AF3-5D88-5561C020CC8D}"/>
                </a:ext>
              </a:extLst>
            </p:cNvPr>
            <p:cNvSpPr/>
            <p:nvPr/>
          </p:nvSpPr>
          <p:spPr>
            <a:xfrm>
              <a:off x="8402760" y="4303265"/>
              <a:ext cx="132344" cy="109728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DB9038F5-807F-A726-7D99-5B865DD0AB72}"/>
                </a:ext>
              </a:extLst>
            </p:cNvPr>
            <p:cNvSpPr/>
            <p:nvPr/>
          </p:nvSpPr>
          <p:spPr>
            <a:xfrm>
              <a:off x="7920744" y="5837404"/>
              <a:ext cx="2125092" cy="1132115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Leontief matrix from</a:t>
              </a:r>
            </a:p>
            <a:p>
              <a:pPr algn="ctr"/>
              <a:r>
                <a:rPr lang="en-US" dirty="0"/>
                <a:t>GLORIA T matrix,</a:t>
              </a:r>
            </a:p>
            <a:p>
              <a:pPr algn="ctr"/>
              <a:r>
                <a:rPr lang="en-US" dirty="0"/>
                <a:t>year n</a:t>
              </a:r>
            </a:p>
          </p:txBody>
        </p:sp>
        <p:sp>
          <p:nvSpPr>
            <p:cNvPr id="77" name="Minus Sign 76">
              <a:extLst>
                <a:ext uri="{FF2B5EF4-FFF2-40B4-BE49-F238E27FC236}">
                  <a16:creationId xmlns:a16="http://schemas.microsoft.com/office/drawing/2014/main" id="{829A48E3-5F25-4649-5FD7-2F0B86E12981}"/>
                </a:ext>
              </a:extLst>
            </p:cNvPr>
            <p:cNvSpPr/>
            <p:nvPr/>
          </p:nvSpPr>
          <p:spPr>
            <a:xfrm>
              <a:off x="10123269" y="6142450"/>
              <a:ext cx="457200" cy="457200"/>
            </a:xfrm>
            <a:prstGeom prst="mathMinus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B4A8E629-7E1F-64A2-843B-D990746DBC1E}"/>
                </a:ext>
              </a:extLst>
            </p:cNvPr>
            <p:cNvSpPr/>
            <p:nvPr/>
          </p:nvSpPr>
          <p:spPr>
            <a:xfrm>
              <a:off x="10664136" y="5835785"/>
              <a:ext cx="2125092" cy="1132115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FA874748-3E7F-E80B-A7BE-D7960B93C3E1}"/>
                </a:ext>
              </a:extLst>
            </p:cNvPr>
            <p:cNvSpPr/>
            <p:nvPr/>
          </p:nvSpPr>
          <p:spPr>
            <a:xfrm rot="5400000">
              <a:off x="11669088" y="5275534"/>
              <a:ext cx="137160" cy="210312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9DC84C94-E959-FBFF-0615-687C89D81F9F}"/>
                </a:ext>
              </a:extLst>
            </p:cNvPr>
            <p:cNvSpPr/>
            <p:nvPr/>
          </p:nvSpPr>
          <p:spPr>
            <a:xfrm>
              <a:off x="11099870" y="5856496"/>
              <a:ext cx="132344" cy="109728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" name="Double Bracket 87">
              <a:extLst>
                <a:ext uri="{FF2B5EF4-FFF2-40B4-BE49-F238E27FC236}">
                  <a16:creationId xmlns:a16="http://schemas.microsoft.com/office/drawing/2014/main" id="{17B53AF7-03B0-B732-C2B3-36693BFED616}"/>
                </a:ext>
              </a:extLst>
            </p:cNvPr>
            <p:cNvSpPr/>
            <p:nvPr/>
          </p:nvSpPr>
          <p:spPr>
            <a:xfrm>
              <a:off x="7768562" y="5587776"/>
              <a:ext cx="5210264" cy="1686698"/>
            </a:xfrm>
            <a:prstGeom prst="bracketPair">
              <a:avLst/>
            </a:prstGeom>
            <a:ln w="7620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C290923A-671A-1FE6-6493-BA58DF3260DF}"/>
                </a:ext>
              </a:extLst>
            </p:cNvPr>
            <p:cNvSpPr/>
            <p:nvPr/>
          </p:nvSpPr>
          <p:spPr>
            <a:xfrm>
              <a:off x="13728909" y="5835785"/>
              <a:ext cx="2125092" cy="1132115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5" name="Multiplication Sign 94">
              <a:extLst>
                <a:ext uri="{FF2B5EF4-FFF2-40B4-BE49-F238E27FC236}">
                  <a16:creationId xmlns:a16="http://schemas.microsoft.com/office/drawing/2014/main" id="{191028AC-EB40-A2A6-F6C8-6D3D430DBFB1}"/>
                </a:ext>
              </a:extLst>
            </p:cNvPr>
            <p:cNvSpPr/>
            <p:nvPr/>
          </p:nvSpPr>
          <p:spPr>
            <a:xfrm>
              <a:off x="10187772" y="7829149"/>
              <a:ext cx="457200" cy="457200"/>
            </a:xfrm>
            <a:prstGeom prst="mathMultiply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E38751B2-A149-3669-CB2C-D67F1C400E22}"/>
                </a:ext>
              </a:extLst>
            </p:cNvPr>
            <p:cNvSpPr/>
            <p:nvPr/>
          </p:nvSpPr>
          <p:spPr>
            <a:xfrm>
              <a:off x="10853730" y="7521856"/>
              <a:ext cx="2125092" cy="1132115"/>
            </a:xfrm>
            <a:prstGeom prst="rect">
              <a:avLst/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/>
                <a:t>Diagonalized Stressor: Brazil agricultural deforestation year n</a:t>
              </a:r>
            </a:p>
          </p:txBody>
        </p:sp>
        <p:sp>
          <p:nvSpPr>
            <p:cNvPr id="97" name="Multiplication Sign 96">
              <a:extLst>
                <a:ext uri="{FF2B5EF4-FFF2-40B4-BE49-F238E27FC236}">
                  <a16:creationId xmlns:a16="http://schemas.microsoft.com/office/drawing/2014/main" id="{AFA8A6E1-BD69-39D3-CC66-B143576910BB}"/>
                </a:ext>
              </a:extLst>
            </p:cNvPr>
            <p:cNvSpPr/>
            <p:nvPr/>
          </p:nvSpPr>
          <p:spPr>
            <a:xfrm>
              <a:off x="15945600" y="7709116"/>
              <a:ext cx="457200" cy="457200"/>
            </a:xfrm>
            <a:prstGeom prst="mathMultiply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Equals 97">
              <a:extLst>
                <a:ext uri="{FF2B5EF4-FFF2-40B4-BE49-F238E27FC236}">
                  <a16:creationId xmlns:a16="http://schemas.microsoft.com/office/drawing/2014/main" id="{0B1083AA-0A29-B624-E8FF-1F848248BCD2}"/>
                </a:ext>
              </a:extLst>
            </p:cNvPr>
            <p:cNvSpPr/>
            <p:nvPr/>
          </p:nvSpPr>
          <p:spPr>
            <a:xfrm>
              <a:off x="17212200" y="7709116"/>
              <a:ext cx="457200" cy="457200"/>
            </a:xfrm>
            <a:prstGeom prst="mathEqual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63FC0BBA-6819-B3A7-C30F-E78366DBF0BE}"/>
                </a:ext>
              </a:extLst>
            </p:cNvPr>
            <p:cNvSpPr txBox="1"/>
            <p:nvPr/>
          </p:nvSpPr>
          <p:spPr>
            <a:xfrm>
              <a:off x="17724059" y="2445133"/>
              <a:ext cx="2435199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dirty="0"/>
                <a:t>Total consumption for each GLORIA country</a:t>
              </a:r>
            </a:p>
          </p:txBody>
        </p: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D1D138D6-A6F1-A6CB-D6B6-BE792E25826B}"/>
                </a:ext>
              </a:extLst>
            </p:cNvPr>
            <p:cNvSpPr txBox="1"/>
            <p:nvPr/>
          </p:nvSpPr>
          <p:spPr>
            <a:xfrm>
              <a:off x="17774198" y="8665182"/>
              <a:ext cx="2830460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dirty="0"/>
                <a:t>Measures the agricultural GVC causing </a:t>
              </a:r>
              <a:r>
                <a:rPr lang="en-US" sz="1600" b="1" dirty="0" err="1"/>
                <a:t>defor</a:t>
              </a:r>
              <a:r>
                <a:rPr lang="en-US" sz="1600" b="1" dirty="0"/>
                <a:t>. in Brazil to supply the final demand in each GLORIA country and going through extracted country(</a:t>
              </a:r>
              <a:r>
                <a:rPr lang="en-US" sz="1600" b="1" dirty="0" err="1"/>
                <a:t>ies</a:t>
              </a:r>
              <a:r>
                <a:rPr lang="en-US" sz="1600" b="1" dirty="0"/>
                <a:t>).</a:t>
              </a:r>
            </a:p>
          </p:txBody>
        </p: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6A7E3539-FDE9-9B0D-7E89-17D55325BA77}"/>
                </a:ext>
              </a:extLst>
            </p:cNvPr>
            <p:cNvSpPr txBox="1"/>
            <p:nvPr/>
          </p:nvSpPr>
          <p:spPr>
            <a:xfrm>
              <a:off x="11241336" y="6436514"/>
              <a:ext cx="181492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solidFill>
                    <a:schemeClr val="bg1"/>
                  </a:solidFill>
                </a:rPr>
                <a:t>Leontief Matrix in the absence of country a</a:t>
              </a:r>
            </a:p>
          </p:txBody>
        </p:sp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2FE4BAAA-D7EA-EAE6-AB16-C9BA6BBCDBCF}"/>
                </a:ext>
              </a:extLst>
            </p:cNvPr>
            <p:cNvSpPr txBox="1"/>
            <p:nvPr/>
          </p:nvSpPr>
          <p:spPr>
            <a:xfrm>
              <a:off x="10205739" y="4161805"/>
              <a:ext cx="2378809" cy="107721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600" dirty="0"/>
                <a:t>Hypothetically Extracted Leontief inverse in the absence of the extracted country(</a:t>
              </a:r>
              <a:r>
                <a:rPr lang="en-US" sz="1600" dirty="0" err="1"/>
                <a:t>ies</a:t>
              </a:r>
              <a:r>
                <a:rPr lang="en-US" sz="1600" dirty="0"/>
                <a:t>).</a:t>
              </a:r>
            </a:p>
          </p:txBody>
        </p:sp>
        <p:sp>
          <p:nvSpPr>
            <p:cNvPr id="107" name="Rectangle 106">
              <a:extLst>
                <a:ext uri="{FF2B5EF4-FFF2-40B4-BE49-F238E27FC236}">
                  <a16:creationId xmlns:a16="http://schemas.microsoft.com/office/drawing/2014/main" id="{036F564F-E7BD-08D7-1FFD-2D4A044211A2}"/>
                </a:ext>
              </a:extLst>
            </p:cNvPr>
            <p:cNvSpPr/>
            <p:nvPr/>
          </p:nvSpPr>
          <p:spPr>
            <a:xfrm rot="5400000">
              <a:off x="14727300" y="5283388"/>
              <a:ext cx="137160" cy="21031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8" name="Rectangle 107">
              <a:extLst>
                <a:ext uri="{FF2B5EF4-FFF2-40B4-BE49-F238E27FC236}">
                  <a16:creationId xmlns:a16="http://schemas.microsoft.com/office/drawing/2014/main" id="{49D79CEE-D6AC-4507-9A2F-441681B5E1A4}"/>
                </a:ext>
              </a:extLst>
            </p:cNvPr>
            <p:cNvSpPr/>
            <p:nvPr/>
          </p:nvSpPr>
          <p:spPr>
            <a:xfrm>
              <a:off x="14158082" y="5864351"/>
              <a:ext cx="132344" cy="109728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9" name="TextBox 108">
              <a:extLst>
                <a:ext uri="{FF2B5EF4-FFF2-40B4-BE49-F238E27FC236}">
                  <a16:creationId xmlns:a16="http://schemas.microsoft.com/office/drawing/2014/main" id="{78799D92-0AF3-835E-8D82-C5A64434AF3E}"/>
                </a:ext>
              </a:extLst>
            </p:cNvPr>
            <p:cNvSpPr txBox="1"/>
            <p:nvPr/>
          </p:nvSpPr>
          <p:spPr>
            <a:xfrm>
              <a:off x="13616042" y="4836878"/>
              <a:ext cx="3160480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600" dirty="0"/>
                <a:t>Hypothetically extracted Leontief inverse with the data related to country(</a:t>
              </a:r>
              <a:r>
                <a:rPr lang="en-US" sz="1600" dirty="0" err="1"/>
                <a:t>ies</a:t>
              </a:r>
              <a:r>
                <a:rPr lang="en-US" sz="1600" dirty="0"/>
                <a:t>) extracted only</a:t>
              </a:r>
            </a:p>
          </p:txBody>
        </p:sp>
        <p:sp>
          <p:nvSpPr>
            <p:cNvPr id="110" name="Rectangle 109">
              <a:extLst>
                <a:ext uri="{FF2B5EF4-FFF2-40B4-BE49-F238E27FC236}">
                  <a16:creationId xmlns:a16="http://schemas.microsoft.com/office/drawing/2014/main" id="{D724D2BE-2E96-DA0D-980A-6C843DEC07F2}"/>
                </a:ext>
              </a:extLst>
            </p:cNvPr>
            <p:cNvSpPr/>
            <p:nvPr/>
          </p:nvSpPr>
          <p:spPr>
            <a:xfrm>
              <a:off x="7920744" y="7539334"/>
              <a:ext cx="2125092" cy="1132115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1" name="Rectangle 110">
              <a:extLst>
                <a:ext uri="{FF2B5EF4-FFF2-40B4-BE49-F238E27FC236}">
                  <a16:creationId xmlns:a16="http://schemas.microsoft.com/office/drawing/2014/main" id="{9CD9BD3A-D83F-4403-1876-EB62BDB1A2A8}"/>
                </a:ext>
              </a:extLst>
            </p:cNvPr>
            <p:cNvSpPr/>
            <p:nvPr/>
          </p:nvSpPr>
          <p:spPr>
            <a:xfrm rot="5400000">
              <a:off x="8919132" y="6986935"/>
              <a:ext cx="137160" cy="21031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2" name="Rectangle 111">
              <a:extLst>
                <a:ext uri="{FF2B5EF4-FFF2-40B4-BE49-F238E27FC236}">
                  <a16:creationId xmlns:a16="http://schemas.microsoft.com/office/drawing/2014/main" id="{2996E08E-76D2-8C4D-B450-3C298E97B86C}"/>
                </a:ext>
              </a:extLst>
            </p:cNvPr>
            <p:cNvSpPr/>
            <p:nvPr/>
          </p:nvSpPr>
          <p:spPr>
            <a:xfrm>
              <a:off x="8349914" y="7567900"/>
              <a:ext cx="132344" cy="109728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3" name="Rectangle 112">
              <a:extLst>
                <a:ext uri="{FF2B5EF4-FFF2-40B4-BE49-F238E27FC236}">
                  <a16:creationId xmlns:a16="http://schemas.microsoft.com/office/drawing/2014/main" id="{967807ED-5AF6-DBC5-82AE-973178DC6E2F}"/>
                </a:ext>
              </a:extLst>
            </p:cNvPr>
            <p:cNvSpPr/>
            <p:nvPr/>
          </p:nvSpPr>
          <p:spPr>
            <a:xfrm>
              <a:off x="16594950" y="7509973"/>
              <a:ext cx="424544" cy="1143002"/>
            </a:xfrm>
            <a:prstGeom prst="rect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r>
                <a:rPr lang="en-US" sz="1400" dirty="0"/>
                <a:t>Final Demand</a:t>
              </a:r>
            </a:p>
          </p:txBody>
        </p:sp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F0CED27B-F21A-5340-393F-65975CA38532}"/>
                </a:ext>
              </a:extLst>
            </p:cNvPr>
            <p:cNvSpPr txBox="1"/>
            <p:nvPr/>
          </p:nvSpPr>
          <p:spPr>
            <a:xfrm>
              <a:off x="15917080" y="6173210"/>
              <a:ext cx="2435199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i="1" dirty="0"/>
                <a:t>Function TBA in the code (line 411)  </a:t>
              </a:r>
            </a:p>
          </p:txBody>
        </p:sp>
        <p:sp>
          <p:nvSpPr>
            <p:cNvPr id="115" name="Rectangle 114">
              <a:extLst>
                <a:ext uri="{FF2B5EF4-FFF2-40B4-BE49-F238E27FC236}">
                  <a16:creationId xmlns:a16="http://schemas.microsoft.com/office/drawing/2014/main" id="{DA543E13-12F3-FF0D-8527-69078B5D1C4F}"/>
                </a:ext>
              </a:extLst>
            </p:cNvPr>
            <p:cNvSpPr/>
            <p:nvPr/>
          </p:nvSpPr>
          <p:spPr>
            <a:xfrm rot="5400000">
              <a:off x="16746864" y="7540074"/>
              <a:ext cx="120708" cy="424544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5E2EF39A-F4B9-F706-5106-D4A259EB6FC4}"/>
                </a:ext>
              </a:extLst>
            </p:cNvPr>
            <p:cNvSpPr txBox="1"/>
            <p:nvPr/>
          </p:nvSpPr>
          <p:spPr>
            <a:xfrm>
              <a:off x="16229184" y="8763831"/>
              <a:ext cx="1390770" cy="95410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400" dirty="0"/>
                <a:t>Final demand without the one extracted country(</a:t>
              </a:r>
              <a:r>
                <a:rPr lang="en-US" sz="1400" dirty="0" err="1"/>
                <a:t>ies</a:t>
              </a:r>
              <a:r>
                <a:rPr lang="en-US" sz="1400" dirty="0"/>
                <a:t>)</a:t>
              </a:r>
            </a:p>
          </p:txBody>
        </p:sp>
        <p:sp>
          <p:nvSpPr>
            <p:cNvPr id="130" name="Right Brace 129">
              <a:extLst>
                <a:ext uri="{FF2B5EF4-FFF2-40B4-BE49-F238E27FC236}">
                  <a16:creationId xmlns:a16="http://schemas.microsoft.com/office/drawing/2014/main" id="{0E89CC3F-1127-DB91-4757-BC9031663CE4}"/>
                </a:ext>
              </a:extLst>
            </p:cNvPr>
            <p:cNvSpPr/>
            <p:nvPr/>
          </p:nvSpPr>
          <p:spPr>
            <a:xfrm>
              <a:off x="20004198" y="4282555"/>
              <a:ext cx="1216487" cy="5767625"/>
            </a:xfrm>
            <a:prstGeom prst="rightBrace">
              <a:avLst>
                <a:gd name="adj1" fmla="val 68812"/>
                <a:gd name="adj2" fmla="val 50000"/>
              </a:avLst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2" name="TextBox 131">
              <a:extLst>
                <a:ext uri="{FF2B5EF4-FFF2-40B4-BE49-F238E27FC236}">
                  <a16:creationId xmlns:a16="http://schemas.microsoft.com/office/drawing/2014/main" id="{672699BC-456E-8547-C3FD-760F944B3E68}"/>
                </a:ext>
              </a:extLst>
            </p:cNvPr>
            <p:cNvSpPr txBox="1"/>
            <p:nvPr/>
          </p:nvSpPr>
          <p:spPr>
            <a:xfrm>
              <a:off x="21292099" y="6667346"/>
              <a:ext cx="2084747" cy="9233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dirty="0"/>
                <a:t>Repeat for the 138 different GLORIA countries / areas</a:t>
              </a:r>
            </a:p>
          </p:txBody>
        </p:sp>
        <p:sp>
          <p:nvSpPr>
            <p:cNvPr id="133" name="Right Brace 132">
              <a:extLst>
                <a:ext uri="{FF2B5EF4-FFF2-40B4-BE49-F238E27FC236}">
                  <a16:creationId xmlns:a16="http://schemas.microsoft.com/office/drawing/2014/main" id="{E1A73EC6-EA17-2FD6-7167-8BCE7C6D5B79}"/>
                </a:ext>
              </a:extLst>
            </p:cNvPr>
            <p:cNvSpPr/>
            <p:nvPr/>
          </p:nvSpPr>
          <p:spPr>
            <a:xfrm>
              <a:off x="23213842" y="452521"/>
              <a:ext cx="1216487" cy="9597659"/>
            </a:xfrm>
            <a:prstGeom prst="rightBrace">
              <a:avLst>
                <a:gd name="adj1" fmla="val 68812"/>
                <a:gd name="adj2" fmla="val 50000"/>
              </a:avLst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4" name="Right Brace 133">
              <a:extLst>
                <a:ext uri="{FF2B5EF4-FFF2-40B4-BE49-F238E27FC236}">
                  <a16:creationId xmlns:a16="http://schemas.microsoft.com/office/drawing/2014/main" id="{11A07D7F-784A-007B-A91E-2CF1B81C5240}"/>
                </a:ext>
              </a:extLst>
            </p:cNvPr>
            <p:cNvSpPr/>
            <p:nvPr/>
          </p:nvSpPr>
          <p:spPr>
            <a:xfrm>
              <a:off x="26415664" y="452521"/>
              <a:ext cx="1216487" cy="9597659"/>
            </a:xfrm>
            <a:prstGeom prst="rightBrace">
              <a:avLst>
                <a:gd name="adj1" fmla="val 68812"/>
                <a:gd name="adj2" fmla="val 50000"/>
              </a:avLst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5" name="TextBox 134">
              <a:extLst>
                <a:ext uri="{FF2B5EF4-FFF2-40B4-BE49-F238E27FC236}">
                  <a16:creationId xmlns:a16="http://schemas.microsoft.com/office/drawing/2014/main" id="{92E9190C-9C8A-4FF3-1FF5-45875E279586}"/>
                </a:ext>
              </a:extLst>
            </p:cNvPr>
            <p:cNvSpPr txBox="1"/>
            <p:nvPr/>
          </p:nvSpPr>
          <p:spPr>
            <a:xfrm>
              <a:off x="1189962" y="1453869"/>
              <a:ext cx="471604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600" b="1" dirty="0"/>
                <a:t>A</a:t>
              </a:r>
            </a:p>
          </p:txBody>
        </p:sp>
        <p:sp>
          <p:nvSpPr>
            <p:cNvPr id="136" name="TextBox 135">
              <a:extLst>
                <a:ext uri="{FF2B5EF4-FFF2-40B4-BE49-F238E27FC236}">
                  <a16:creationId xmlns:a16="http://schemas.microsoft.com/office/drawing/2014/main" id="{E4B809CF-B50E-7DBD-9903-B198EFDBAC17}"/>
                </a:ext>
              </a:extLst>
            </p:cNvPr>
            <p:cNvSpPr txBox="1"/>
            <p:nvPr/>
          </p:nvSpPr>
          <p:spPr>
            <a:xfrm>
              <a:off x="1184170" y="4536331"/>
              <a:ext cx="470000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600" b="1" dirty="0"/>
                <a:t>B</a:t>
              </a:r>
            </a:p>
          </p:txBody>
        </p:sp>
        <p:sp>
          <p:nvSpPr>
            <p:cNvPr id="137" name="TextBox 136">
              <a:extLst>
                <a:ext uri="{FF2B5EF4-FFF2-40B4-BE49-F238E27FC236}">
                  <a16:creationId xmlns:a16="http://schemas.microsoft.com/office/drawing/2014/main" id="{30E8A446-A170-939E-C70B-2F7D2D05EA11}"/>
                </a:ext>
              </a:extLst>
            </p:cNvPr>
            <p:cNvSpPr txBox="1"/>
            <p:nvPr/>
          </p:nvSpPr>
          <p:spPr>
            <a:xfrm>
              <a:off x="21855983" y="6142454"/>
              <a:ext cx="60875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b="1" dirty="0"/>
                <a:t>C</a:t>
              </a:r>
            </a:p>
          </p:txBody>
        </p:sp>
        <p:sp>
          <p:nvSpPr>
            <p:cNvPr id="138" name="TextBox 137">
              <a:extLst>
                <a:ext uri="{FF2B5EF4-FFF2-40B4-BE49-F238E27FC236}">
                  <a16:creationId xmlns:a16="http://schemas.microsoft.com/office/drawing/2014/main" id="{5DB08215-7A34-AF43-F3EE-32A31004E0C5}"/>
                </a:ext>
              </a:extLst>
            </p:cNvPr>
            <p:cNvSpPr txBox="1"/>
            <p:nvPr/>
          </p:nvSpPr>
          <p:spPr>
            <a:xfrm>
              <a:off x="25059669" y="4025737"/>
              <a:ext cx="51007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b="1" dirty="0"/>
                <a:t>D</a:t>
              </a:r>
            </a:p>
          </p:txBody>
        </p:sp>
        <p:sp>
          <p:nvSpPr>
            <p:cNvPr id="139" name="TextBox 138">
              <a:extLst>
                <a:ext uri="{FF2B5EF4-FFF2-40B4-BE49-F238E27FC236}">
                  <a16:creationId xmlns:a16="http://schemas.microsoft.com/office/drawing/2014/main" id="{F664CAF7-3004-7823-56DC-C7F23D8EF0E4}"/>
                </a:ext>
              </a:extLst>
            </p:cNvPr>
            <p:cNvSpPr txBox="1"/>
            <p:nvPr/>
          </p:nvSpPr>
          <p:spPr>
            <a:xfrm>
              <a:off x="27855976" y="3992216"/>
              <a:ext cx="51007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b="1" dirty="0"/>
                <a:t>E</a:t>
              </a:r>
            </a:p>
          </p:txBody>
        </p:sp>
        <p:sp>
          <p:nvSpPr>
            <p:cNvPr id="140" name="TextBox 139">
              <a:extLst>
                <a:ext uri="{FF2B5EF4-FFF2-40B4-BE49-F238E27FC236}">
                  <a16:creationId xmlns:a16="http://schemas.microsoft.com/office/drawing/2014/main" id="{B0A3D5D6-7808-B64F-959A-1FD802F90BCC}"/>
                </a:ext>
              </a:extLst>
            </p:cNvPr>
            <p:cNvSpPr txBox="1"/>
            <p:nvPr/>
          </p:nvSpPr>
          <p:spPr>
            <a:xfrm>
              <a:off x="24515911" y="4772389"/>
              <a:ext cx="2084747" cy="9233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dirty="0"/>
                <a:t>Repeat for deforestation countries</a:t>
              </a:r>
            </a:p>
          </p:txBody>
        </p:sp>
        <p:sp>
          <p:nvSpPr>
            <p:cNvPr id="141" name="TextBox 140">
              <a:extLst>
                <a:ext uri="{FF2B5EF4-FFF2-40B4-BE49-F238E27FC236}">
                  <a16:creationId xmlns:a16="http://schemas.microsoft.com/office/drawing/2014/main" id="{3C5AB9E9-57C8-B5E6-142A-AD167FC741A8}"/>
                </a:ext>
              </a:extLst>
            </p:cNvPr>
            <p:cNvSpPr txBox="1"/>
            <p:nvPr/>
          </p:nvSpPr>
          <p:spPr>
            <a:xfrm>
              <a:off x="27811981" y="4892545"/>
              <a:ext cx="1448819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dirty="0"/>
                <a:t>Repeat for the years</a:t>
              </a:r>
            </a:p>
          </p:txBody>
        </p:sp>
        <p:sp>
          <p:nvSpPr>
            <p:cNvPr id="142" name="TextBox 141">
              <a:extLst>
                <a:ext uri="{FF2B5EF4-FFF2-40B4-BE49-F238E27FC236}">
                  <a16:creationId xmlns:a16="http://schemas.microsoft.com/office/drawing/2014/main" id="{EE4A5626-91D1-F992-2557-618FF51D6EA5}"/>
                </a:ext>
              </a:extLst>
            </p:cNvPr>
            <p:cNvSpPr txBox="1"/>
            <p:nvPr/>
          </p:nvSpPr>
          <p:spPr>
            <a:xfrm>
              <a:off x="7098986" y="3451558"/>
              <a:ext cx="845488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7200" b="1" baseline="-25000" dirty="0"/>
                <a:t>^</a:t>
              </a:r>
              <a:r>
                <a:rPr lang="en-US" sz="3200" b="1" dirty="0"/>
                <a:t>-1</a:t>
              </a:r>
              <a:endParaRPr lang="en-US" sz="48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38098290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108</TotalTime>
  <Words>247</Words>
  <Application>Microsoft Office PowerPoint</Application>
  <PresentationFormat>Custom</PresentationFormat>
  <Paragraphs>39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Etienne Berthet</dc:creator>
  <cp:lastModifiedBy>Etienne Berthet</cp:lastModifiedBy>
  <cp:revision>2</cp:revision>
  <dcterms:created xsi:type="dcterms:W3CDTF">2025-08-20T19:50:43Z</dcterms:created>
  <dcterms:modified xsi:type="dcterms:W3CDTF">2025-12-18T03:56:33Z</dcterms:modified>
</cp:coreProperties>
</file>