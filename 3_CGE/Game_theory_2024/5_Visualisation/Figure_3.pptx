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356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4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16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4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5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6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0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1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5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8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0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9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9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B3E899A-129A-3768-2DD2-7E7CE5F734F2}"/>
              </a:ext>
            </a:extLst>
          </p:cNvPr>
          <p:cNvGrpSpPr/>
          <p:nvPr/>
        </p:nvGrpSpPr>
        <p:grpSpPr>
          <a:xfrm>
            <a:off x="0" y="0"/>
            <a:ext cx="6858000" cy="9969208"/>
            <a:chOff x="0" y="0"/>
            <a:chExt cx="6858000" cy="996920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ACF0FE-7E01-5AEF-462B-9124F3AF305A}"/>
                </a:ext>
              </a:extLst>
            </p:cNvPr>
            <p:cNvGrpSpPr/>
            <p:nvPr/>
          </p:nvGrpSpPr>
          <p:grpSpPr>
            <a:xfrm>
              <a:off x="0" y="0"/>
              <a:ext cx="2784231" cy="294004"/>
              <a:chOff x="0" y="0"/>
              <a:chExt cx="2784231" cy="294004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250E6D-77CA-91AD-C783-09A4BF64C5A5}"/>
                  </a:ext>
                </a:extLst>
              </p:cNvPr>
              <p:cNvSpPr txBox="1"/>
              <p:nvPr/>
            </p:nvSpPr>
            <p:spPr>
              <a:xfrm>
                <a:off x="0" y="0"/>
                <a:ext cx="2535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E4890C-6199-21E4-6DDC-A7FA04307398}"/>
                  </a:ext>
                </a:extLst>
              </p:cNvPr>
              <p:cNvSpPr txBox="1"/>
              <p:nvPr/>
            </p:nvSpPr>
            <p:spPr>
              <a:xfrm>
                <a:off x="2522621" y="17005"/>
                <a:ext cx="2616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  <p:pic>
          <p:nvPicPr>
            <p:cNvPr id="6" name="Picture 5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E81DA2A4-83D4-19AB-054C-5849995B1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65930"/>
              <a:ext cx="6858000" cy="9703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232</TotalTime>
  <Words>2</Words>
  <Application>Microsoft Office PowerPoint</Application>
  <PresentationFormat>A4 Paper (210x297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Etienne Berthet</cp:lastModifiedBy>
  <cp:revision>6</cp:revision>
  <dcterms:created xsi:type="dcterms:W3CDTF">2024-12-26T20:34:54Z</dcterms:created>
  <dcterms:modified xsi:type="dcterms:W3CDTF">2025-12-17T19:55:20Z</dcterms:modified>
</cp:coreProperties>
</file>