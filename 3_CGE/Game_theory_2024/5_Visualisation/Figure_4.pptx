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7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780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4356" y="3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03667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07894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46711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48882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04166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79139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93950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920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7108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60910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02404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5006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07A75131-9D5A-7753-1C28-5A133B3DB560}"/>
              </a:ext>
            </a:extLst>
          </p:cNvPr>
          <p:cNvGrpSpPr/>
          <p:nvPr/>
        </p:nvGrpSpPr>
        <p:grpSpPr>
          <a:xfrm>
            <a:off x="492081" y="0"/>
            <a:ext cx="5599404" cy="9866157"/>
            <a:chOff x="492081" y="0"/>
            <a:chExt cx="5599404" cy="9866157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2AFC17A1-34E1-2276-F28D-7532535872B1}"/>
                </a:ext>
              </a:extLst>
            </p:cNvPr>
            <p:cNvGrpSpPr/>
            <p:nvPr/>
          </p:nvGrpSpPr>
          <p:grpSpPr>
            <a:xfrm>
              <a:off x="492081" y="0"/>
              <a:ext cx="274434" cy="6548605"/>
              <a:chOff x="1009535" y="0"/>
              <a:chExt cx="274434" cy="6548605"/>
            </a:xfrm>
          </p:grpSpPr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B716E2A-9F1A-F825-8D69-1ACDCEDDD00F}"/>
                  </a:ext>
                </a:extLst>
              </p:cNvPr>
              <p:cNvSpPr txBox="1"/>
              <p:nvPr/>
            </p:nvSpPr>
            <p:spPr>
              <a:xfrm>
                <a:off x="1009535" y="0"/>
                <a:ext cx="26481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83949B9-E401-9051-F8FC-E87B4345C72F}"/>
                  </a:ext>
                </a:extLst>
              </p:cNvPr>
              <p:cNvSpPr txBox="1"/>
              <p:nvPr/>
            </p:nvSpPr>
            <p:spPr>
              <a:xfrm>
                <a:off x="1009535" y="6240828"/>
                <a:ext cx="274434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</a:p>
            </p:txBody>
          </p:sp>
        </p:grpSp>
        <p:pic>
          <p:nvPicPr>
            <p:cNvPr id="4" name="Picture 3" descr="A screenshot of a map&#10;&#10;AI-generated content may be incorrect.">
              <a:extLst>
                <a:ext uri="{FF2B5EF4-FFF2-40B4-BE49-F238E27FC236}">
                  <a16:creationId xmlns:a16="http://schemas.microsoft.com/office/drawing/2014/main" id="{50902C3F-CE51-EAB0-4DDD-423A230093A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73683" y="0"/>
              <a:ext cx="4310634" cy="6099048"/>
            </a:xfrm>
            <a:prstGeom prst="rect">
              <a:avLst/>
            </a:prstGeom>
          </p:spPr>
        </p:pic>
        <p:pic>
          <p:nvPicPr>
            <p:cNvPr id="6" name="Picture 5" descr="A screenshot of a computer screen&#10;&#10;AI-generated content may be incorrect.">
              <a:extLst>
                <a:ext uri="{FF2B5EF4-FFF2-40B4-BE49-F238E27FC236}">
                  <a16:creationId xmlns:a16="http://schemas.microsoft.com/office/drawing/2014/main" id="{DB5BA0A5-5CBE-62FB-D45F-9883D025B03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6515" y="6099048"/>
              <a:ext cx="5324970" cy="376710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12</TotalTime>
  <Words>2</Words>
  <Application>Microsoft Office PowerPoint</Application>
  <PresentationFormat>A4 Paper (210x297 mm)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Office 2013 - 2022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Etienne Berthet</cp:lastModifiedBy>
  <cp:revision>4</cp:revision>
  <dcterms:created xsi:type="dcterms:W3CDTF">2025-01-03T04:31:14Z</dcterms:created>
  <dcterms:modified xsi:type="dcterms:W3CDTF">2025-12-17T18:54:58Z</dcterms:modified>
</cp:coreProperties>
</file>