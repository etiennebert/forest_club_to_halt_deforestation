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50" d="100"/>
          <a:sy n="50" d="100"/>
        </p:scale>
        <p:origin x="4800" y="1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880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41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913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26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729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675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607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915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75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943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63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230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0CD70E1-9103-A855-5149-526A86AB3ADF}"/>
              </a:ext>
            </a:extLst>
          </p:cNvPr>
          <p:cNvGrpSpPr/>
          <p:nvPr/>
        </p:nvGrpSpPr>
        <p:grpSpPr>
          <a:xfrm>
            <a:off x="-193110" y="-4140200"/>
            <a:ext cx="9225941" cy="18876872"/>
            <a:chOff x="-193110" y="-4140200"/>
            <a:chExt cx="9225941" cy="18876872"/>
          </a:xfrm>
        </p:grpSpPr>
        <p:pic>
          <p:nvPicPr>
            <p:cNvPr id="3" name="Picture 2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D9D1D4D3-B144-2297-A62B-92E3144FE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369" y="-4011134"/>
              <a:ext cx="8464462" cy="11976236"/>
            </a:xfrm>
            <a:prstGeom prst="rect">
              <a:avLst/>
            </a:prstGeom>
          </p:spPr>
        </p:pic>
        <p:pic>
          <p:nvPicPr>
            <p:cNvPr id="7" name="Picture 6" descr="A graph of different colored lines&#10;&#10;AI-generated content may be incorrect.">
              <a:extLst>
                <a:ext uri="{FF2B5EF4-FFF2-40B4-BE49-F238E27FC236}">
                  <a16:creationId xmlns:a16="http://schemas.microsoft.com/office/drawing/2014/main" id="{93184DE3-874F-CC7A-B719-9A23DAC74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369" y="7965102"/>
              <a:ext cx="8464462" cy="677157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340A6E-0F02-DA31-C0E0-377F6779F96B}"/>
                </a:ext>
              </a:extLst>
            </p:cNvPr>
            <p:cNvSpPr txBox="1"/>
            <p:nvPr/>
          </p:nvSpPr>
          <p:spPr>
            <a:xfrm>
              <a:off x="-190918" y="-4140200"/>
              <a:ext cx="3818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B97927F-0D86-D326-0288-99EE83D2E6AC}"/>
                </a:ext>
              </a:extLst>
            </p:cNvPr>
            <p:cNvSpPr txBox="1"/>
            <p:nvPr/>
          </p:nvSpPr>
          <p:spPr>
            <a:xfrm>
              <a:off x="-193110" y="-2552700"/>
              <a:ext cx="3818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A27DB12-722E-4FD0-BD9E-F9C8BBDEC48B}"/>
                </a:ext>
              </a:extLst>
            </p:cNvPr>
            <p:cNvSpPr txBox="1"/>
            <p:nvPr/>
          </p:nvSpPr>
          <p:spPr>
            <a:xfrm>
              <a:off x="186533" y="7672714"/>
              <a:ext cx="3818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835</TotalTime>
  <Words>3</Words>
  <Application>Microsoft Office PowerPoint</Application>
  <PresentationFormat>A3 Paper (297x420 mm)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Etienne Berthet</cp:lastModifiedBy>
  <cp:revision>8</cp:revision>
  <dcterms:created xsi:type="dcterms:W3CDTF">2024-12-23T09:04:22Z</dcterms:created>
  <dcterms:modified xsi:type="dcterms:W3CDTF">2025-12-17T19:51:04Z</dcterms:modified>
</cp:coreProperties>
</file>