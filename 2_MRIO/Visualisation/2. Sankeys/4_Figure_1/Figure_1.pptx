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243B"/>
    <a:srgbClr val="DDA63A"/>
    <a:srgbClr val="21507E"/>
    <a:srgbClr val="B7D8ED"/>
    <a:srgbClr val="A21942"/>
    <a:srgbClr val="B7D3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A93A88-B6C4-4C8E-AEE5-72269DDFD9FF}" v="36" dt="2025-12-17T02:41:46.2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5016" y="10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ienne Berthet" userId="b87b9fbd-ebe0-40b1-80a1-0443c4f6f4de" providerId="ADAL" clId="{6B8AEB68-E4F9-4E25-8803-C4FAF66D4D7B}"/>
    <pc:docChg chg="undo custSel modSld">
      <pc:chgData name="Etienne Berthet" userId="b87b9fbd-ebe0-40b1-80a1-0443c4f6f4de" providerId="ADAL" clId="{6B8AEB68-E4F9-4E25-8803-C4FAF66D4D7B}" dt="2025-12-17T02:41:46.200" v="632" actId="164"/>
      <pc:docMkLst>
        <pc:docMk/>
      </pc:docMkLst>
      <pc:sldChg chg="addSp delSp modSp mod">
        <pc:chgData name="Etienne Berthet" userId="b87b9fbd-ebe0-40b1-80a1-0443c4f6f4de" providerId="ADAL" clId="{6B8AEB68-E4F9-4E25-8803-C4FAF66D4D7B}" dt="2025-12-17T02:41:46.200" v="632" actId="164"/>
        <pc:sldMkLst>
          <pc:docMk/>
          <pc:sldMk cId="4117449452" sldId="257"/>
        </pc:sldMkLst>
        <pc:spChg chg="mod ord">
          <ac:chgData name="Etienne Berthet" userId="b87b9fbd-ebe0-40b1-80a1-0443c4f6f4de" providerId="ADAL" clId="{6B8AEB68-E4F9-4E25-8803-C4FAF66D4D7B}" dt="2025-12-17T02:41:46.200" v="632" actId="164"/>
          <ac:spMkLst>
            <pc:docMk/>
            <pc:sldMk cId="4117449452" sldId="257"/>
            <ac:spMk id="14" creationId="{FA36933E-B0E1-3900-0466-73B39E941941}"/>
          </ac:spMkLst>
        </pc:spChg>
        <pc:spChg chg="del mod">
          <ac:chgData name="Etienne Berthet" userId="b87b9fbd-ebe0-40b1-80a1-0443c4f6f4de" providerId="ADAL" clId="{6B8AEB68-E4F9-4E25-8803-C4FAF66D4D7B}" dt="2025-12-17T02:37:55.071" v="499" actId="478"/>
          <ac:spMkLst>
            <pc:docMk/>
            <pc:sldMk cId="4117449452" sldId="257"/>
            <ac:spMk id="18" creationId="{6E8C9F97-CE20-011D-2BC5-83FAA905A304}"/>
          </ac:spMkLst>
        </pc:spChg>
        <pc:spChg chg="mod ord">
          <ac:chgData name="Etienne Berthet" userId="b87b9fbd-ebe0-40b1-80a1-0443c4f6f4de" providerId="ADAL" clId="{6B8AEB68-E4F9-4E25-8803-C4FAF66D4D7B}" dt="2025-12-17T02:41:46.200" v="632" actId="164"/>
          <ac:spMkLst>
            <pc:docMk/>
            <pc:sldMk cId="4117449452" sldId="257"/>
            <ac:spMk id="19" creationId="{2FD602B3-168B-A9C2-6E32-9AD219E43660}"/>
          </ac:spMkLst>
        </pc:spChg>
        <pc:spChg chg="mod">
          <ac:chgData name="Etienne Berthet" userId="b87b9fbd-ebe0-40b1-80a1-0443c4f6f4de" providerId="ADAL" clId="{6B8AEB68-E4F9-4E25-8803-C4FAF66D4D7B}" dt="2025-12-17T02:41:46.200" v="632" actId="164"/>
          <ac:spMkLst>
            <pc:docMk/>
            <pc:sldMk cId="4117449452" sldId="257"/>
            <ac:spMk id="20" creationId="{8D1195AE-83FD-14A8-56BD-022E9EF726DE}"/>
          </ac:spMkLst>
        </pc:spChg>
        <pc:spChg chg="del mod">
          <ac:chgData name="Etienne Berthet" userId="b87b9fbd-ebe0-40b1-80a1-0443c4f6f4de" providerId="ADAL" clId="{6B8AEB68-E4F9-4E25-8803-C4FAF66D4D7B}" dt="2025-12-17T02:40:48.064" v="610" actId="478"/>
          <ac:spMkLst>
            <pc:docMk/>
            <pc:sldMk cId="4117449452" sldId="257"/>
            <ac:spMk id="21" creationId="{2CC6E9FD-1BCF-F001-8DBE-9247D46D440E}"/>
          </ac:spMkLst>
        </pc:spChg>
        <pc:spChg chg="del mod">
          <ac:chgData name="Etienne Berthet" userId="b87b9fbd-ebe0-40b1-80a1-0443c4f6f4de" providerId="ADAL" clId="{6B8AEB68-E4F9-4E25-8803-C4FAF66D4D7B}" dt="2025-12-17T02:40:48.064" v="610" actId="478"/>
          <ac:spMkLst>
            <pc:docMk/>
            <pc:sldMk cId="4117449452" sldId="257"/>
            <ac:spMk id="22" creationId="{FAF3E675-8EF8-5798-0CF2-D40C3B51DB5B}"/>
          </ac:spMkLst>
        </pc:spChg>
        <pc:spChg chg="del">
          <ac:chgData name="Etienne Berthet" userId="b87b9fbd-ebe0-40b1-80a1-0443c4f6f4de" providerId="ADAL" clId="{6B8AEB68-E4F9-4E25-8803-C4FAF66D4D7B}" dt="2025-12-17T00:54:56.265" v="0" actId="478"/>
          <ac:spMkLst>
            <pc:docMk/>
            <pc:sldMk cId="4117449452" sldId="257"/>
            <ac:spMk id="23" creationId="{35805BB0-ABE7-FA99-7821-C333D9E4D10D}"/>
          </ac:spMkLst>
        </pc:spChg>
        <pc:spChg chg="del">
          <ac:chgData name="Etienne Berthet" userId="b87b9fbd-ebe0-40b1-80a1-0443c4f6f4de" providerId="ADAL" clId="{6B8AEB68-E4F9-4E25-8803-C4FAF66D4D7B}" dt="2025-12-17T00:54:56.265" v="0" actId="478"/>
          <ac:spMkLst>
            <pc:docMk/>
            <pc:sldMk cId="4117449452" sldId="257"/>
            <ac:spMk id="24" creationId="{F991E1B7-056F-C162-148E-C403668E8209}"/>
          </ac:spMkLst>
        </pc:spChg>
        <pc:spChg chg="del">
          <ac:chgData name="Etienne Berthet" userId="b87b9fbd-ebe0-40b1-80a1-0443c4f6f4de" providerId="ADAL" clId="{6B8AEB68-E4F9-4E25-8803-C4FAF66D4D7B}" dt="2025-12-17T00:54:56.265" v="0" actId="478"/>
          <ac:spMkLst>
            <pc:docMk/>
            <pc:sldMk cId="4117449452" sldId="257"/>
            <ac:spMk id="26" creationId="{30581DAC-3F7C-BF52-6904-E00725549857}"/>
          </ac:spMkLst>
        </pc:spChg>
        <pc:spChg chg="del">
          <ac:chgData name="Etienne Berthet" userId="b87b9fbd-ebe0-40b1-80a1-0443c4f6f4de" providerId="ADAL" clId="{6B8AEB68-E4F9-4E25-8803-C4FAF66D4D7B}" dt="2025-12-17T00:54:56.265" v="0" actId="478"/>
          <ac:spMkLst>
            <pc:docMk/>
            <pc:sldMk cId="4117449452" sldId="257"/>
            <ac:spMk id="27" creationId="{03C29CE9-5061-276A-A0D4-C0ABA7448BCA}"/>
          </ac:spMkLst>
        </pc:spChg>
        <pc:spChg chg="del">
          <ac:chgData name="Etienne Berthet" userId="b87b9fbd-ebe0-40b1-80a1-0443c4f6f4de" providerId="ADAL" clId="{6B8AEB68-E4F9-4E25-8803-C4FAF66D4D7B}" dt="2025-12-17T00:54:56.265" v="0" actId="478"/>
          <ac:spMkLst>
            <pc:docMk/>
            <pc:sldMk cId="4117449452" sldId="257"/>
            <ac:spMk id="29" creationId="{4F7874FA-1E27-FFDA-C744-2C8CCF671A78}"/>
          </ac:spMkLst>
        </pc:spChg>
        <pc:spChg chg="del">
          <ac:chgData name="Etienne Berthet" userId="b87b9fbd-ebe0-40b1-80a1-0443c4f6f4de" providerId="ADAL" clId="{6B8AEB68-E4F9-4E25-8803-C4FAF66D4D7B}" dt="2025-12-17T00:54:56.265" v="0" actId="478"/>
          <ac:spMkLst>
            <pc:docMk/>
            <pc:sldMk cId="4117449452" sldId="257"/>
            <ac:spMk id="30" creationId="{570E5B45-3AEB-1581-FF89-B2824E585CDA}"/>
          </ac:spMkLst>
        </pc:spChg>
        <pc:spChg chg="del">
          <ac:chgData name="Etienne Berthet" userId="b87b9fbd-ebe0-40b1-80a1-0443c4f6f4de" providerId="ADAL" clId="{6B8AEB68-E4F9-4E25-8803-C4FAF66D4D7B}" dt="2025-12-17T00:54:56.265" v="0" actId="478"/>
          <ac:spMkLst>
            <pc:docMk/>
            <pc:sldMk cId="4117449452" sldId="257"/>
            <ac:spMk id="31" creationId="{0D187F1F-E814-EAC5-3016-FF2045C36C1B}"/>
          </ac:spMkLst>
        </pc:spChg>
        <pc:spChg chg="del">
          <ac:chgData name="Etienne Berthet" userId="b87b9fbd-ebe0-40b1-80a1-0443c4f6f4de" providerId="ADAL" clId="{6B8AEB68-E4F9-4E25-8803-C4FAF66D4D7B}" dt="2025-12-17T00:54:56.265" v="0" actId="478"/>
          <ac:spMkLst>
            <pc:docMk/>
            <pc:sldMk cId="4117449452" sldId="257"/>
            <ac:spMk id="33" creationId="{EB345525-235F-04C0-FFF1-FFFE7B4A913D}"/>
          </ac:spMkLst>
        </pc:spChg>
        <pc:spChg chg="del">
          <ac:chgData name="Etienne Berthet" userId="b87b9fbd-ebe0-40b1-80a1-0443c4f6f4de" providerId="ADAL" clId="{6B8AEB68-E4F9-4E25-8803-C4FAF66D4D7B}" dt="2025-12-17T00:54:56.265" v="0" actId="478"/>
          <ac:spMkLst>
            <pc:docMk/>
            <pc:sldMk cId="4117449452" sldId="257"/>
            <ac:spMk id="35" creationId="{AB593A94-18B9-6A91-0162-19773D731D9B}"/>
          </ac:spMkLst>
        </pc:spChg>
        <pc:spChg chg="del">
          <ac:chgData name="Etienne Berthet" userId="b87b9fbd-ebe0-40b1-80a1-0443c4f6f4de" providerId="ADAL" clId="{6B8AEB68-E4F9-4E25-8803-C4FAF66D4D7B}" dt="2025-12-17T00:54:56.265" v="0" actId="478"/>
          <ac:spMkLst>
            <pc:docMk/>
            <pc:sldMk cId="4117449452" sldId="257"/>
            <ac:spMk id="36" creationId="{F395F64D-3387-0D62-F194-A86BEDC31189}"/>
          </ac:spMkLst>
        </pc:spChg>
        <pc:spChg chg="add mod">
          <ac:chgData name="Etienne Berthet" userId="b87b9fbd-ebe0-40b1-80a1-0443c4f6f4de" providerId="ADAL" clId="{6B8AEB68-E4F9-4E25-8803-C4FAF66D4D7B}" dt="2025-12-17T02:41:46.200" v="632" actId="164"/>
          <ac:spMkLst>
            <pc:docMk/>
            <pc:sldMk cId="4117449452" sldId="257"/>
            <ac:spMk id="67" creationId="{B455C9BD-44BC-993E-C8B9-62A170FA4528}"/>
          </ac:spMkLst>
        </pc:spChg>
        <pc:spChg chg="add mod">
          <ac:chgData name="Etienne Berthet" userId="b87b9fbd-ebe0-40b1-80a1-0443c4f6f4de" providerId="ADAL" clId="{6B8AEB68-E4F9-4E25-8803-C4FAF66D4D7B}" dt="2025-12-17T02:41:46.200" v="632" actId="164"/>
          <ac:spMkLst>
            <pc:docMk/>
            <pc:sldMk cId="4117449452" sldId="257"/>
            <ac:spMk id="70" creationId="{DED0CBC7-5640-DBD2-EEA4-B2902237B651}"/>
          </ac:spMkLst>
        </pc:spChg>
        <pc:spChg chg="add mod">
          <ac:chgData name="Etienne Berthet" userId="b87b9fbd-ebe0-40b1-80a1-0443c4f6f4de" providerId="ADAL" clId="{6B8AEB68-E4F9-4E25-8803-C4FAF66D4D7B}" dt="2025-12-17T02:41:46.200" v="632" actId="164"/>
          <ac:spMkLst>
            <pc:docMk/>
            <pc:sldMk cId="4117449452" sldId="257"/>
            <ac:spMk id="71" creationId="{F8922976-9000-9974-9AF7-BA7925D92AAB}"/>
          </ac:spMkLst>
        </pc:spChg>
        <pc:spChg chg="add mod">
          <ac:chgData name="Etienne Berthet" userId="b87b9fbd-ebe0-40b1-80a1-0443c4f6f4de" providerId="ADAL" clId="{6B8AEB68-E4F9-4E25-8803-C4FAF66D4D7B}" dt="2025-12-17T02:41:46.200" v="632" actId="164"/>
          <ac:spMkLst>
            <pc:docMk/>
            <pc:sldMk cId="4117449452" sldId="257"/>
            <ac:spMk id="72" creationId="{412C6F05-E107-3038-96FC-CE6A4594403F}"/>
          </ac:spMkLst>
        </pc:spChg>
        <pc:spChg chg="add mod">
          <ac:chgData name="Etienne Berthet" userId="b87b9fbd-ebe0-40b1-80a1-0443c4f6f4de" providerId="ADAL" clId="{6B8AEB68-E4F9-4E25-8803-C4FAF66D4D7B}" dt="2025-12-17T02:41:46.200" v="632" actId="164"/>
          <ac:spMkLst>
            <pc:docMk/>
            <pc:sldMk cId="4117449452" sldId="257"/>
            <ac:spMk id="73" creationId="{9F61512F-4C28-F6D8-06C9-CDDE480D84BF}"/>
          </ac:spMkLst>
        </pc:spChg>
        <pc:spChg chg="add mod">
          <ac:chgData name="Etienne Berthet" userId="b87b9fbd-ebe0-40b1-80a1-0443c4f6f4de" providerId="ADAL" clId="{6B8AEB68-E4F9-4E25-8803-C4FAF66D4D7B}" dt="2025-12-17T02:41:46.200" v="632" actId="164"/>
          <ac:spMkLst>
            <pc:docMk/>
            <pc:sldMk cId="4117449452" sldId="257"/>
            <ac:spMk id="74" creationId="{C7D821B7-A670-FEF6-325B-E3656FC1A1E7}"/>
          </ac:spMkLst>
        </pc:spChg>
        <pc:picChg chg="add del mod">
          <ac:chgData name="Etienne Berthet" userId="b87b9fbd-ebe0-40b1-80a1-0443c4f6f4de" providerId="ADAL" clId="{6B8AEB68-E4F9-4E25-8803-C4FAF66D4D7B}" dt="2025-12-17T01:44:43.461" v="17" actId="478"/>
          <ac:picMkLst>
            <pc:docMk/>
            <pc:sldMk cId="4117449452" sldId="257"/>
            <ac:picMk id="3" creationId="{161F011F-3739-BD82-C2F3-60B93F58968D}"/>
          </ac:picMkLst>
        </pc:picChg>
        <pc:picChg chg="del mod">
          <ac:chgData name="Etienne Berthet" userId="b87b9fbd-ebe0-40b1-80a1-0443c4f6f4de" providerId="ADAL" clId="{6B8AEB68-E4F9-4E25-8803-C4FAF66D4D7B}" dt="2025-12-17T02:39:24.754" v="526" actId="478"/>
          <ac:picMkLst>
            <pc:docMk/>
            <pc:sldMk cId="4117449452" sldId="257"/>
            <ac:picMk id="5" creationId="{3AFC8FF9-CEF4-828E-5AB4-E6CD9BB2478D}"/>
          </ac:picMkLst>
        </pc:picChg>
        <pc:picChg chg="add del mod">
          <ac:chgData name="Etienne Berthet" userId="b87b9fbd-ebe0-40b1-80a1-0443c4f6f4de" providerId="ADAL" clId="{6B8AEB68-E4F9-4E25-8803-C4FAF66D4D7B}" dt="2025-12-17T01:45:18.532" v="30" actId="478"/>
          <ac:picMkLst>
            <pc:docMk/>
            <pc:sldMk cId="4117449452" sldId="257"/>
            <ac:picMk id="6" creationId="{46FB6710-21D1-E169-4CF3-2E1D2FB71054}"/>
          </ac:picMkLst>
        </pc:picChg>
        <pc:picChg chg="del mod">
          <ac:chgData name="Etienne Berthet" userId="b87b9fbd-ebe0-40b1-80a1-0443c4f6f4de" providerId="ADAL" clId="{6B8AEB68-E4F9-4E25-8803-C4FAF66D4D7B}" dt="2025-12-17T02:37:53.653" v="498" actId="478"/>
          <ac:picMkLst>
            <pc:docMk/>
            <pc:sldMk cId="4117449452" sldId="257"/>
            <ac:picMk id="7" creationId="{971BFD5F-0966-6CC0-9B55-695535899544}"/>
          </ac:picMkLst>
        </pc:picChg>
        <pc:picChg chg="del mod">
          <ac:chgData name="Etienne Berthet" userId="b87b9fbd-ebe0-40b1-80a1-0443c4f6f4de" providerId="ADAL" clId="{6B8AEB68-E4F9-4E25-8803-C4FAF66D4D7B}" dt="2025-12-17T02:36:56.502" v="471" actId="478"/>
          <ac:picMkLst>
            <pc:docMk/>
            <pc:sldMk cId="4117449452" sldId="257"/>
            <ac:picMk id="9" creationId="{C73207F8-2D5E-48A1-DEC8-CCF62D56D688}"/>
          </ac:picMkLst>
        </pc:picChg>
        <pc:picChg chg="add del mod">
          <ac:chgData name="Etienne Berthet" userId="b87b9fbd-ebe0-40b1-80a1-0443c4f6f4de" providerId="ADAL" clId="{6B8AEB68-E4F9-4E25-8803-C4FAF66D4D7B}" dt="2025-12-17T01:45:31.680" v="34" actId="478"/>
          <ac:picMkLst>
            <pc:docMk/>
            <pc:sldMk cId="4117449452" sldId="257"/>
            <ac:picMk id="10" creationId="{B85DEE25-5829-3E29-74E8-BB00337C5FA8}"/>
          </ac:picMkLst>
        </pc:picChg>
        <pc:picChg chg="add del mod">
          <ac:chgData name="Etienne Berthet" userId="b87b9fbd-ebe0-40b1-80a1-0443c4f6f4de" providerId="ADAL" clId="{6B8AEB68-E4F9-4E25-8803-C4FAF66D4D7B}" dt="2025-12-17T01:45:45.808" v="38" actId="478"/>
          <ac:picMkLst>
            <pc:docMk/>
            <pc:sldMk cId="4117449452" sldId="257"/>
            <ac:picMk id="12" creationId="{11BDBC64-3464-E84E-8545-9D9D40C7A115}"/>
          </ac:picMkLst>
        </pc:picChg>
        <pc:picChg chg="add del mod">
          <ac:chgData name="Etienne Berthet" userId="b87b9fbd-ebe0-40b1-80a1-0443c4f6f4de" providerId="ADAL" clId="{6B8AEB68-E4F9-4E25-8803-C4FAF66D4D7B}" dt="2025-12-17T01:46:16.270" v="45" actId="478"/>
          <ac:picMkLst>
            <pc:docMk/>
            <pc:sldMk cId="4117449452" sldId="257"/>
            <ac:picMk id="15" creationId="{FD71ECC2-1E78-1B5D-F159-38F78701B7EB}"/>
          </ac:picMkLst>
        </pc:picChg>
        <pc:picChg chg="add del mod">
          <ac:chgData name="Etienne Berthet" userId="b87b9fbd-ebe0-40b1-80a1-0443c4f6f4de" providerId="ADAL" clId="{6B8AEB68-E4F9-4E25-8803-C4FAF66D4D7B}" dt="2025-12-17T01:47:15.294" v="49" actId="478"/>
          <ac:picMkLst>
            <pc:docMk/>
            <pc:sldMk cId="4117449452" sldId="257"/>
            <ac:picMk id="17" creationId="{814710CD-7176-3720-D7E7-FFB54BE256A4}"/>
          </ac:picMkLst>
        </pc:picChg>
        <pc:picChg chg="add del mod">
          <ac:chgData name="Etienne Berthet" userId="b87b9fbd-ebe0-40b1-80a1-0443c4f6f4de" providerId="ADAL" clId="{6B8AEB68-E4F9-4E25-8803-C4FAF66D4D7B}" dt="2025-12-17T01:47:33.122" v="53" actId="478"/>
          <ac:picMkLst>
            <pc:docMk/>
            <pc:sldMk cId="4117449452" sldId="257"/>
            <ac:picMk id="24" creationId="{72EF4E9B-C8BD-8EC6-185A-F5406F89B32B}"/>
          </ac:picMkLst>
        </pc:picChg>
        <pc:picChg chg="add del mod">
          <ac:chgData name="Etienne Berthet" userId="b87b9fbd-ebe0-40b1-80a1-0443c4f6f4de" providerId="ADAL" clId="{6B8AEB68-E4F9-4E25-8803-C4FAF66D4D7B}" dt="2025-12-17T01:50:31.181" v="81" actId="478"/>
          <ac:picMkLst>
            <pc:docMk/>
            <pc:sldMk cId="4117449452" sldId="257"/>
            <ac:picMk id="26" creationId="{179AED07-DABE-5A50-3924-7FBCC250EFC9}"/>
          </ac:picMkLst>
        </pc:picChg>
        <pc:picChg chg="add mod modCrop">
          <ac:chgData name="Etienne Berthet" userId="b87b9fbd-ebe0-40b1-80a1-0443c4f6f4de" providerId="ADAL" clId="{6B8AEB68-E4F9-4E25-8803-C4FAF66D4D7B}" dt="2025-12-17T02:39:38.818" v="597" actId="1037"/>
          <ac:picMkLst>
            <pc:docMk/>
            <pc:sldMk cId="4117449452" sldId="257"/>
            <ac:picMk id="28" creationId="{353FCF2B-FF5C-30B2-9A28-559C82707807}"/>
          </ac:picMkLst>
        </pc:picChg>
        <pc:picChg chg="add del mod">
          <ac:chgData name="Etienne Berthet" userId="b87b9fbd-ebe0-40b1-80a1-0443c4f6f4de" providerId="ADAL" clId="{6B8AEB68-E4F9-4E25-8803-C4FAF66D4D7B}" dt="2025-12-17T01:48:42.366" v="65" actId="478"/>
          <ac:picMkLst>
            <pc:docMk/>
            <pc:sldMk cId="4117449452" sldId="257"/>
            <ac:picMk id="30" creationId="{A6FB6B47-8C92-404B-564E-CBBC1E9E420B}"/>
          </ac:picMkLst>
        </pc:picChg>
        <pc:picChg chg="add del mod">
          <ac:chgData name="Etienne Berthet" userId="b87b9fbd-ebe0-40b1-80a1-0443c4f6f4de" providerId="ADAL" clId="{6B8AEB68-E4F9-4E25-8803-C4FAF66D4D7B}" dt="2025-12-17T02:03:26.539" v="186" actId="478"/>
          <ac:picMkLst>
            <pc:docMk/>
            <pc:sldMk cId="4117449452" sldId="257"/>
            <ac:picMk id="32" creationId="{B9B785F7-0A3C-0517-5FEF-0B637AFC9217}"/>
          </ac:picMkLst>
        </pc:picChg>
        <pc:picChg chg="add del mod">
          <ac:chgData name="Etienne Berthet" userId="b87b9fbd-ebe0-40b1-80a1-0443c4f6f4de" providerId="ADAL" clId="{6B8AEB68-E4F9-4E25-8803-C4FAF66D4D7B}" dt="2025-12-17T01:53:39.177" v="122" actId="478"/>
          <ac:picMkLst>
            <pc:docMk/>
            <pc:sldMk cId="4117449452" sldId="257"/>
            <ac:picMk id="34" creationId="{8511829C-A2F7-933A-FEC7-82925D896D86}"/>
          </ac:picMkLst>
        </pc:picChg>
        <pc:picChg chg="add del mod">
          <ac:chgData name="Etienne Berthet" userId="b87b9fbd-ebe0-40b1-80a1-0443c4f6f4de" providerId="ADAL" clId="{6B8AEB68-E4F9-4E25-8803-C4FAF66D4D7B}" dt="2025-12-17T02:03:27.320" v="187" actId="478"/>
          <ac:picMkLst>
            <pc:docMk/>
            <pc:sldMk cId="4117449452" sldId="257"/>
            <ac:picMk id="36" creationId="{88361BFE-F314-2F5D-8BA1-58D8675454DF}"/>
          </ac:picMkLst>
        </pc:picChg>
        <pc:picChg chg="add del mod">
          <ac:chgData name="Etienne Berthet" userId="b87b9fbd-ebe0-40b1-80a1-0443c4f6f4de" providerId="ADAL" clId="{6B8AEB68-E4F9-4E25-8803-C4FAF66D4D7B}" dt="2025-12-17T02:03:25.956" v="185" actId="478"/>
          <ac:picMkLst>
            <pc:docMk/>
            <pc:sldMk cId="4117449452" sldId="257"/>
            <ac:picMk id="38" creationId="{7FBE06C4-380F-F180-56B0-8C895C1841C3}"/>
          </ac:picMkLst>
        </pc:picChg>
        <pc:picChg chg="add del mod">
          <ac:chgData name="Etienne Berthet" userId="b87b9fbd-ebe0-40b1-80a1-0443c4f6f4de" providerId="ADAL" clId="{6B8AEB68-E4F9-4E25-8803-C4FAF66D4D7B}" dt="2025-12-17T02:03:27.903" v="188" actId="478"/>
          <ac:picMkLst>
            <pc:docMk/>
            <pc:sldMk cId="4117449452" sldId="257"/>
            <ac:picMk id="40" creationId="{764138C0-FF9D-E1DF-CD79-8C229E56ADD2}"/>
          </ac:picMkLst>
        </pc:picChg>
        <pc:picChg chg="add del mod">
          <ac:chgData name="Etienne Berthet" userId="b87b9fbd-ebe0-40b1-80a1-0443c4f6f4de" providerId="ADAL" clId="{6B8AEB68-E4F9-4E25-8803-C4FAF66D4D7B}" dt="2025-12-17T01:57:26.450" v="166" actId="478"/>
          <ac:picMkLst>
            <pc:docMk/>
            <pc:sldMk cId="4117449452" sldId="257"/>
            <ac:picMk id="42" creationId="{4DDAF497-BEEF-AF61-F3DB-A9EC55120FD0}"/>
          </ac:picMkLst>
        </pc:picChg>
        <pc:picChg chg="add del mod">
          <ac:chgData name="Etienne Berthet" userId="b87b9fbd-ebe0-40b1-80a1-0443c4f6f4de" providerId="ADAL" clId="{6B8AEB68-E4F9-4E25-8803-C4FAF66D4D7B}" dt="2025-12-17T02:03:28.384" v="189" actId="478"/>
          <ac:picMkLst>
            <pc:docMk/>
            <pc:sldMk cId="4117449452" sldId="257"/>
            <ac:picMk id="44" creationId="{0B89F658-FFD8-8C19-94F4-39BFB117A44B}"/>
          </ac:picMkLst>
        </pc:picChg>
        <pc:picChg chg="add mod ord modCrop">
          <ac:chgData name="Etienne Berthet" userId="b87b9fbd-ebe0-40b1-80a1-0443c4f6f4de" providerId="ADAL" clId="{6B8AEB68-E4F9-4E25-8803-C4FAF66D4D7B}" dt="2025-12-17T02:39:38.818" v="597" actId="1037"/>
          <ac:picMkLst>
            <pc:docMk/>
            <pc:sldMk cId="4117449452" sldId="257"/>
            <ac:picMk id="46" creationId="{9A654223-BA52-9DB9-9DFB-EDEDFDA49493}"/>
          </ac:picMkLst>
        </pc:picChg>
        <pc:picChg chg="add del mod">
          <ac:chgData name="Etienne Berthet" userId="b87b9fbd-ebe0-40b1-80a1-0443c4f6f4de" providerId="ADAL" clId="{6B8AEB68-E4F9-4E25-8803-C4FAF66D4D7B}" dt="2025-12-17T02:04:50.980" v="212" actId="478"/>
          <ac:picMkLst>
            <pc:docMk/>
            <pc:sldMk cId="4117449452" sldId="257"/>
            <ac:picMk id="48" creationId="{6298CCA9-8E66-8DB6-C10B-98DF91A6F024}"/>
          </ac:picMkLst>
        </pc:picChg>
        <pc:picChg chg="add del mod">
          <ac:chgData name="Etienne Berthet" userId="b87b9fbd-ebe0-40b1-80a1-0443c4f6f4de" providerId="ADAL" clId="{6B8AEB68-E4F9-4E25-8803-C4FAF66D4D7B}" dt="2025-12-17T02:05:34.437" v="216" actId="478"/>
          <ac:picMkLst>
            <pc:docMk/>
            <pc:sldMk cId="4117449452" sldId="257"/>
            <ac:picMk id="50" creationId="{5E75C07D-C03D-8AA9-6EBE-091FFBD5BD58}"/>
          </ac:picMkLst>
        </pc:picChg>
        <pc:picChg chg="add del mod">
          <ac:chgData name="Etienne Berthet" userId="b87b9fbd-ebe0-40b1-80a1-0443c4f6f4de" providerId="ADAL" clId="{6B8AEB68-E4F9-4E25-8803-C4FAF66D4D7B}" dt="2025-12-17T02:06:39.124" v="231" actId="478"/>
          <ac:picMkLst>
            <pc:docMk/>
            <pc:sldMk cId="4117449452" sldId="257"/>
            <ac:picMk id="52" creationId="{F9F39C1C-174C-B912-1AD7-79EC58F9C264}"/>
          </ac:picMkLst>
        </pc:picChg>
        <pc:picChg chg="add del mod">
          <ac:chgData name="Etienne Berthet" userId="b87b9fbd-ebe0-40b1-80a1-0443c4f6f4de" providerId="ADAL" clId="{6B8AEB68-E4F9-4E25-8803-C4FAF66D4D7B}" dt="2025-12-17T02:07:14.761" v="245" actId="478"/>
          <ac:picMkLst>
            <pc:docMk/>
            <pc:sldMk cId="4117449452" sldId="257"/>
            <ac:picMk id="54" creationId="{80C71382-64C4-D71A-09F9-43B3372B072F}"/>
          </ac:picMkLst>
        </pc:picChg>
        <pc:picChg chg="add del mod">
          <ac:chgData name="Etienne Berthet" userId="b87b9fbd-ebe0-40b1-80a1-0443c4f6f4de" providerId="ADAL" clId="{6B8AEB68-E4F9-4E25-8803-C4FAF66D4D7B}" dt="2025-12-17T02:11:38.311" v="285" actId="478"/>
          <ac:picMkLst>
            <pc:docMk/>
            <pc:sldMk cId="4117449452" sldId="257"/>
            <ac:picMk id="56" creationId="{87C6062C-477E-2270-E080-28CD810AC2B2}"/>
          </ac:picMkLst>
        </pc:picChg>
        <pc:picChg chg="add del mod">
          <ac:chgData name="Etienne Berthet" userId="b87b9fbd-ebe0-40b1-80a1-0443c4f6f4de" providerId="ADAL" clId="{6B8AEB68-E4F9-4E25-8803-C4FAF66D4D7B}" dt="2025-12-17T02:10:20.055" v="272" actId="478"/>
          <ac:picMkLst>
            <pc:docMk/>
            <pc:sldMk cId="4117449452" sldId="257"/>
            <ac:picMk id="58" creationId="{E6A44069-925E-5894-C616-EE5AAA63378C}"/>
          </ac:picMkLst>
        </pc:picChg>
        <pc:picChg chg="add del mod">
          <ac:chgData name="Etienne Berthet" userId="b87b9fbd-ebe0-40b1-80a1-0443c4f6f4de" providerId="ADAL" clId="{6B8AEB68-E4F9-4E25-8803-C4FAF66D4D7B}" dt="2025-12-17T02:11:36.465" v="284" actId="478"/>
          <ac:picMkLst>
            <pc:docMk/>
            <pc:sldMk cId="4117449452" sldId="257"/>
            <ac:picMk id="60" creationId="{60DB7744-A3D7-0D3C-4335-4EB9C3A8A159}"/>
          </ac:picMkLst>
        </pc:picChg>
        <pc:picChg chg="add del mod">
          <ac:chgData name="Etienne Berthet" userId="b87b9fbd-ebe0-40b1-80a1-0443c4f6f4de" providerId="ADAL" clId="{6B8AEB68-E4F9-4E25-8803-C4FAF66D4D7B}" dt="2025-12-17T02:28:12.048" v="333" actId="478"/>
          <ac:picMkLst>
            <pc:docMk/>
            <pc:sldMk cId="4117449452" sldId="257"/>
            <ac:picMk id="62" creationId="{03EBF08E-028B-08D7-BFA3-ECBD0B4C98C4}"/>
          </ac:picMkLst>
        </pc:picChg>
        <pc:picChg chg="add del mod">
          <ac:chgData name="Etienne Berthet" userId="b87b9fbd-ebe0-40b1-80a1-0443c4f6f4de" providerId="ADAL" clId="{6B8AEB68-E4F9-4E25-8803-C4FAF66D4D7B}" dt="2025-12-17T02:28:11.112" v="332" actId="478"/>
          <ac:picMkLst>
            <pc:docMk/>
            <pc:sldMk cId="4117449452" sldId="257"/>
            <ac:picMk id="64" creationId="{D6CD23B4-6666-072F-DF14-51B5934D261C}"/>
          </ac:picMkLst>
        </pc:picChg>
        <pc:picChg chg="add mod modCrop">
          <ac:chgData name="Etienne Berthet" userId="b87b9fbd-ebe0-40b1-80a1-0443c4f6f4de" providerId="ADAL" clId="{6B8AEB68-E4F9-4E25-8803-C4FAF66D4D7B}" dt="2025-12-17T02:41:46.200" v="632" actId="164"/>
          <ac:picMkLst>
            <pc:docMk/>
            <pc:sldMk cId="4117449452" sldId="257"/>
            <ac:picMk id="66" creationId="{0053E0E0-4D60-42A6-73BB-CDB88CC6CCE9}"/>
          </ac:picMkLst>
        </pc:picChg>
        <pc:cxnChg chg="add del mod">
          <ac:chgData name="Etienne Berthet" userId="b87b9fbd-ebe0-40b1-80a1-0443c4f6f4de" providerId="ADAL" clId="{6B8AEB68-E4F9-4E25-8803-C4FAF66D4D7B}" dt="2025-12-17T02:39:41.932" v="598" actId="478"/>
          <ac:cxnSpMkLst>
            <pc:docMk/>
            <pc:sldMk cId="4117449452" sldId="257"/>
            <ac:cxnSpMk id="69" creationId="{19830DBF-BFFC-45F4-02C0-996C23FCBA16}"/>
          </ac:cxnSpMkLst>
        </pc:cxnChg>
        <pc:cxnChg chg="add mod">
          <ac:chgData name="Etienne Berthet" userId="b87b9fbd-ebe0-40b1-80a1-0443c4f6f4de" providerId="ADAL" clId="{6B8AEB68-E4F9-4E25-8803-C4FAF66D4D7B}" dt="2025-12-17T02:41:14.511" v="620" actId="1036"/>
          <ac:cxnSpMkLst>
            <pc:docMk/>
            <pc:sldMk cId="4117449452" sldId="257"/>
            <ac:cxnSpMk id="76" creationId="{28DC725B-0F4A-FDBB-5E01-C6029901C93F}"/>
          </ac:cxnSpMkLst>
        </pc:cxnChg>
        <pc:cxnChg chg="add mod">
          <ac:chgData name="Etienne Berthet" userId="b87b9fbd-ebe0-40b1-80a1-0443c4f6f4de" providerId="ADAL" clId="{6B8AEB68-E4F9-4E25-8803-C4FAF66D4D7B}" dt="2025-12-17T02:41:26.959" v="630" actId="1037"/>
          <ac:cxnSpMkLst>
            <pc:docMk/>
            <pc:sldMk cId="4117449452" sldId="257"/>
            <ac:cxnSpMk id="78" creationId="{7CBFDC97-F97B-B14D-1246-CACC10DB91B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C5DB7-E32A-4215-AEFF-0F5294225CE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41015-6953-4FAF-A9E3-D19E5A57D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8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C5DB7-E32A-4215-AEFF-0F5294225CE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41015-6953-4FAF-A9E3-D19E5A57D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423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C5DB7-E32A-4215-AEFF-0F5294225CE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41015-6953-4FAF-A9E3-D19E5A57D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63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C5DB7-E32A-4215-AEFF-0F5294225CE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41015-6953-4FAF-A9E3-D19E5A57D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25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C5DB7-E32A-4215-AEFF-0F5294225CE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41015-6953-4FAF-A9E3-D19E5A57D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9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C5DB7-E32A-4215-AEFF-0F5294225CE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41015-6953-4FAF-A9E3-D19E5A57D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6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C5DB7-E32A-4215-AEFF-0F5294225CE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41015-6953-4FAF-A9E3-D19E5A57D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76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C5DB7-E32A-4215-AEFF-0F5294225CE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41015-6953-4FAF-A9E3-D19E5A57D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05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C5DB7-E32A-4215-AEFF-0F5294225CE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41015-6953-4FAF-A9E3-D19E5A57D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1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C5DB7-E32A-4215-AEFF-0F5294225CE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41015-6953-4FAF-A9E3-D19E5A57D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92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C5DB7-E32A-4215-AEFF-0F5294225CE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41015-6953-4FAF-A9E3-D19E5A57D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89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C5DB7-E32A-4215-AEFF-0F5294225CE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D41015-6953-4FAF-A9E3-D19E5A57D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01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1AAA3E9F-D570-5872-FE85-4D4177B35E8B}"/>
              </a:ext>
            </a:extLst>
          </p:cNvPr>
          <p:cNvGrpSpPr/>
          <p:nvPr/>
        </p:nvGrpSpPr>
        <p:grpSpPr>
          <a:xfrm>
            <a:off x="13029" y="-325994"/>
            <a:ext cx="7078553" cy="10252727"/>
            <a:chOff x="13029" y="-325994"/>
            <a:chExt cx="7078553" cy="1025272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D1195AE-83FD-14A8-56BD-022E9EF726DE}"/>
                </a:ext>
              </a:extLst>
            </p:cNvPr>
            <p:cNvSpPr txBox="1"/>
            <p:nvPr/>
          </p:nvSpPr>
          <p:spPr>
            <a:xfrm>
              <a:off x="19441" y="399036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pic>
          <p:nvPicPr>
            <p:cNvPr id="28" name="Picture 27" descr="A blue and red lines and a white background&#10;&#10;AI-generated content may be incorrect.">
              <a:extLst>
                <a:ext uri="{FF2B5EF4-FFF2-40B4-BE49-F238E27FC236}">
                  <a16:creationId xmlns:a16="http://schemas.microsoft.com/office/drawing/2014/main" id="{353FCF2B-FF5C-30B2-9A28-559C82707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09" t="8553" r="2541" b="6485"/>
            <a:stretch>
              <a:fillRect/>
            </a:stretch>
          </p:blipFill>
          <p:spPr>
            <a:xfrm>
              <a:off x="559974" y="-325994"/>
              <a:ext cx="6464152" cy="4709547"/>
            </a:xfrm>
            <a:prstGeom prst="rect">
              <a:avLst/>
            </a:prstGeom>
          </p:spPr>
        </p:pic>
        <p:pic>
          <p:nvPicPr>
            <p:cNvPr id="66" name="Picture 65" descr="A map of the world&#10;&#10;AI-generated content may be incorrect.">
              <a:extLst>
                <a:ext uri="{FF2B5EF4-FFF2-40B4-BE49-F238E27FC236}">
                  <a16:creationId xmlns:a16="http://schemas.microsoft.com/office/drawing/2014/main" id="{0053E0E0-4D60-42A6-73BB-CDB88CC6C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199"/>
            <a:stretch>
              <a:fillRect/>
            </a:stretch>
          </p:blipFill>
          <p:spPr>
            <a:xfrm>
              <a:off x="452024" y="4383553"/>
              <a:ext cx="6639558" cy="3328381"/>
            </a:xfrm>
            <a:prstGeom prst="rect">
              <a:avLst/>
            </a:prstGeom>
          </p:spPr>
        </p:pic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455C9BD-44BC-993E-C8B9-62A170FA4528}"/>
                </a:ext>
              </a:extLst>
            </p:cNvPr>
            <p:cNvSpPr/>
            <p:nvPr/>
          </p:nvSpPr>
          <p:spPr>
            <a:xfrm>
              <a:off x="514254" y="4784114"/>
              <a:ext cx="91440" cy="167135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Picture 45" descr="A close-up of a blue and red text&#10;&#10;AI-generated content may be incorrect.">
              <a:extLst>
                <a:ext uri="{FF2B5EF4-FFF2-40B4-BE49-F238E27FC236}">
                  <a16:creationId xmlns:a16="http://schemas.microsoft.com/office/drawing/2014/main" id="{9A654223-BA52-9DB9-9DFB-EDEDFDA49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064"/>
            <a:stretch>
              <a:fillRect/>
            </a:stretch>
          </p:blipFill>
          <p:spPr>
            <a:xfrm>
              <a:off x="487583" y="7679132"/>
              <a:ext cx="6603999" cy="2247601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ED0CBC7-5640-DBD2-EEA4-B2902237B651}"/>
                </a:ext>
              </a:extLst>
            </p:cNvPr>
            <p:cNvSpPr/>
            <p:nvPr/>
          </p:nvSpPr>
          <p:spPr>
            <a:xfrm>
              <a:off x="636184" y="7864481"/>
              <a:ext cx="91440" cy="680095"/>
            </a:xfrm>
            <a:prstGeom prst="rect">
              <a:avLst/>
            </a:prstGeom>
            <a:solidFill>
              <a:srgbClr val="E524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FD602B3-168B-A9C2-6E32-9AD219E43660}"/>
                </a:ext>
              </a:extLst>
            </p:cNvPr>
            <p:cNvSpPr/>
            <p:nvPr/>
          </p:nvSpPr>
          <p:spPr>
            <a:xfrm>
              <a:off x="516164" y="7864481"/>
              <a:ext cx="91440" cy="194986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8922976-9000-9974-9AF7-BA7925D92AAB}"/>
                </a:ext>
              </a:extLst>
            </p:cNvPr>
            <p:cNvSpPr/>
            <p:nvPr/>
          </p:nvSpPr>
          <p:spPr>
            <a:xfrm>
              <a:off x="636184" y="4784114"/>
              <a:ext cx="91440" cy="1044250"/>
            </a:xfrm>
            <a:prstGeom prst="rect">
              <a:avLst/>
            </a:prstGeom>
            <a:solidFill>
              <a:srgbClr val="E524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12C6F05-E107-3038-96FC-CE6A4594403F}"/>
                </a:ext>
              </a:extLst>
            </p:cNvPr>
            <p:cNvSpPr/>
            <p:nvPr/>
          </p:nvSpPr>
          <p:spPr>
            <a:xfrm>
              <a:off x="612043" y="768368"/>
              <a:ext cx="91440" cy="1527048"/>
            </a:xfrm>
            <a:prstGeom prst="rect">
              <a:avLst/>
            </a:prstGeom>
            <a:solidFill>
              <a:srgbClr val="E524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A36933E-B0E1-3900-0466-73B39E941941}"/>
                </a:ext>
              </a:extLst>
            </p:cNvPr>
            <p:cNvSpPr/>
            <p:nvPr/>
          </p:nvSpPr>
          <p:spPr>
            <a:xfrm>
              <a:off x="494569" y="768368"/>
              <a:ext cx="91440" cy="260911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F61512F-4C28-F6D8-06C9-CDDE480D84BF}"/>
                </a:ext>
              </a:extLst>
            </p:cNvPr>
            <p:cNvSpPr txBox="1"/>
            <p:nvPr/>
          </p:nvSpPr>
          <p:spPr>
            <a:xfrm>
              <a:off x="19441" y="4468116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7D821B7-A670-FEF6-325B-E3656FC1A1E7}"/>
                </a:ext>
              </a:extLst>
            </p:cNvPr>
            <p:cNvSpPr txBox="1"/>
            <p:nvPr/>
          </p:nvSpPr>
          <p:spPr>
            <a:xfrm>
              <a:off x="13029" y="7679132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28DC725B-0F4A-FDBB-5E01-C6029901C93F}"/>
                </a:ext>
              </a:extLst>
            </p:cNvPr>
            <p:cNvCxnSpPr>
              <a:cxnSpLocks/>
            </p:cNvCxnSpPr>
            <p:nvPr/>
          </p:nvCxnSpPr>
          <p:spPr>
            <a:xfrm>
              <a:off x="195130" y="4375086"/>
              <a:ext cx="6828996" cy="0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CBFDC97-F97B-B14D-1246-CACC10DB91B2}"/>
                </a:ext>
              </a:extLst>
            </p:cNvPr>
            <p:cNvCxnSpPr>
              <a:cxnSpLocks/>
            </p:cNvCxnSpPr>
            <p:nvPr/>
          </p:nvCxnSpPr>
          <p:spPr>
            <a:xfrm>
              <a:off x="245652" y="7632470"/>
              <a:ext cx="6828996" cy="0"/>
            </a:xfrm>
            <a:prstGeom prst="line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7449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1546</TotalTime>
  <Words>3</Words>
  <Application>Microsoft Office PowerPoint</Application>
  <PresentationFormat>A4 Paper (210x297 mm)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Etienne Charles Berthet</dc:creator>
  <cp:lastModifiedBy>Etienne Berthet</cp:lastModifiedBy>
  <cp:revision>1</cp:revision>
  <dcterms:created xsi:type="dcterms:W3CDTF">2024-10-14T16:14:42Z</dcterms:created>
  <dcterms:modified xsi:type="dcterms:W3CDTF">2025-12-17T02:41:56Z</dcterms:modified>
</cp:coreProperties>
</file>